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7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5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448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d Gao" userId="8fd01c8afb7d3e29" providerId="LiveId" clId="{95BB9B66-4F6A-41E2-81FD-8523538DAE9D}"/>
    <pc:docChg chg="addSld modSld">
      <pc:chgData name="Ted Gao" userId="8fd01c8afb7d3e29" providerId="LiveId" clId="{95BB9B66-4F6A-41E2-81FD-8523538DAE9D}" dt="2024-09-27T11:12:46.394" v="0"/>
      <pc:docMkLst>
        <pc:docMk/>
      </pc:docMkLst>
      <pc:sldChg chg="add">
        <pc:chgData name="Ted Gao" userId="8fd01c8afb7d3e29" providerId="LiveId" clId="{95BB9B66-4F6A-41E2-81FD-8523538DAE9D}" dt="2024-09-27T11:12:46.394" v="0"/>
        <pc:sldMkLst>
          <pc:docMk/>
          <pc:sldMk cId="1753759501" sldId="288"/>
        </pc:sldMkLst>
      </pc:sldChg>
    </pc:docChg>
  </pc:docChgLst>
  <pc:docChgLst>
    <pc:chgData name="Skjsjhb Gao" userId="8fd01c8afb7d3e29" providerId="LiveId" clId="{82514F35-D531-4589-86F0-D389613514A3}"/>
    <pc:docChg chg="undo custSel addSld delSld modSld modMainMaster addSection delSection modSection">
      <pc:chgData name="Skjsjhb Gao" userId="8fd01c8afb7d3e29" providerId="LiveId" clId="{82514F35-D531-4589-86F0-D389613514A3}" dt="2024-09-26T15:01:21.572" v="8444" actId="20577"/>
      <pc:docMkLst>
        <pc:docMk/>
      </pc:docMkLst>
      <pc:sldChg chg="modSp mod">
        <pc:chgData name="Skjsjhb Gao" userId="8fd01c8afb7d3e29" providerId="LiveId" clId="{82514F35-D531-4589-86F0-D389613514A3}" dt="2024-09-25T13:49:39.192" v="42" actId="113"/>
        <pc:sldMkLst>
          <pc:docMk/>
          <pc:sldMk cId="1802317072" sldId="256"/>
        </pc:sldMkLst>
        <pc:spChg chg="mod">
          <ac:chgData name="Skjsjhb Gao" userId="8fd01c8afb7d3e29" providerId="LiveId" clId="{82514F35-D531-4589-86F0-D389613514A3}" dt="2024-09-25T13:49:39.192" v="42" actId="113"/>
          <ac:spMkLst>
            <pc:docMk/>
            <pc:sldMk cId="1802317072" sldId="256"/>
            <ac:spMk id="2" creationId="{24CC14A1-DAC4-400E-8395-2C6925BD24C1}"/>
          </ac:spMkLst>
        </pc:spChg>
        <pc:spChg chg="mod">
          <ac:chgData name="Skjsjhb Gao" userId="8fd01c8afb7d3e29" providerId="LiveId" clId="{82514F35-D531-4589-86F0-D389613514A3}" dt="2024-09-25T13:44:50.171" v="25" actId="20577"/>
          <ac:spMkLst>
            <pc:docMk/>
            <pc:sldMk cId="1802317072" sldId="256"/>
            <ac:spMk id="3" creationId="{8F189B73-4CE0-43FC-A072-4BEAE61970ED}"/>
          </ac:spMkLst>
        </pc:spChg>
      </pc:sldChg>
      <pc:sldChg chg="modSp new mod">
        <pc:chgData name="Skjsjhb Gao" userId="8fd01c8afb7d3e29" providerId="LiveId" clId="{82514F35-D531-4589-86F0-D389613514A3}" dt="2024-09-25T15:06:54.915" v="3292" actId="115"/>
        <pc:sldMkLst>
          <pc:docMk/>
          <pc:sldMk cId="3300018503" sldId="257"/>
        </pc:sldMkLst>
        <pc:spChg chg="mod">
          <ac:chgData name="Skjsjhb Gao" userId="8fd01c8afb7d3e29" providerId="LiveId" clId="{82514F35-D531-4589-86F0-D389613514A3}" dt="2024-09-25T13:54:57.043" v="108" actId="20577"/>
          <ac:spMkLst>
            <pc:docMk/>
            <pc:sldMk cId="3300018503" sldId="257"/>
            <ac:spMk id="2" creationId="{9758E448-6AF3-4502-B440-926951CFED45}"/>
          </ac:spMkLst>
        </pc:spChg>
        <pc:spChg chg="mod">
          <ac:chgData name="Skjsjhb Gao" userId="8fd01c8afb7d3e29" providerId="LiveId" clId="{82514F35-D531-4589-86F0-D389613514A3}" dt="2024-09-25T15:06:54.915" v="3292" actId="115"/>
          <ac:spMkLst>
            <pc:docMk/>
            <pc:sldMk cId="3300018503" sldId="257"/>
            <ac:spMk id="3" creationId="{EB1EAA3C-54B8-466F-B443-6DCE538B2591}"/>
          </ac:spMkLst>
        </pc:spChg>
      </pc:sldChg>
      <pc:sldChg chg="addSp delSp modSp new mod modClrScheme chgLayout">
        <pc:chgData name="Skjsjhb Gao" userId="8fd01c8afb7d3e29" providerId="LiveId" clId="{82514F35-D531-4589-86F0-D389613514A3}" dt="2024-09-25T13:54:01.811" v="90" actId="20577"/>
        <pc:sldMkLst>
          <pc:docMk/>
          <pc:sldMk cId="222936656" sldId="258"/>
        </pc:sldMkLst>
        <pc:spChg chg="del mod ord">
          <ac:chgData name="Skjsjhb Gao" userId="8fd01c8afb7d3e29" providerId="LiveId" clId="{82514F35-D531-4589-86F0-D389613514A3}" dt="2024-09-25T13:50:17.511" v="44" actId="700"/>
          <ac:spMkLst>
            <pc:docMk/>
            <pc:sldMk cId="222936656" sldId="258"/>
            <ac:spMk id="2" creationId="{BCDB77DF-86EC-4885-8626-8DDB5BBB8D6C}"/>
          </ac:spMkLst>
        </pc:spChg>
        <pc:spChg chg="del mod ord">
          <ac:chgData name="Skjsjhb Gao" userId="8fd01c8afb7d3e29" providerId="LiveId" clId="{82514F35-D531-4589-86F0-D389613514A3}" dt="2024-09-25T13:50:17.511" v="44" actId="700"/>
          <ac:spMkLst>
            <pc:docMk/>
            <pc:sldMk cId="222936656" sldId="258"/>
            <ac:spMk id="3" creationId="{68809121-1B08-46A2-AB3F-F64B2BC7DAD9}"/>
          </ac:spMkLst>
        </pc:spChg>
        <pc:spChg chg="add mod ord">
          <ac:chgData name="Skjsjhb Gao" userId="8fd01c8afb7d3e29" providerId="LiveId" clId="{82514F35-D531-4589-86F0-D389613514A3}" dt="2024-09-25T13:53:47.375" v="77" actId="20577"/>
          <ac:spMkLst>
            <pc:docMk/>
            <pc:sldMk cId="222936656" sldId="258"/>
            <ac:spMk id="4" creationId="{128D2764-0BA2-4D10-9BA6-9921BD9DC29B}"/>
          </ac:spMkLst>
        </pc:spChg>
        <pc:spChg chg="add mod ord">
          <ac:chgData name="Skjsjhb Gao" userId="8fd01c8afb7d3e29" providerId="LiveId" clId="{82514F35-D531-4589-86F0-D389613514A3}" dt="2024-09-25T13:54:01.811" v="90" actId="20577"/>
          <ac:spMkLst>
            <pc:docMk/>
            <pc:sldMk cId="222936656" sldId="258"/>
            <ac:spMk id="5" creationId="{5F3686C2-1883-44A9-8FEC-6C095E746A1B}"/>
          </ac:spMkLst>
        </pc:spChg>
      </pc:sldChg>
      <pc:sldChg chg="modSp new mod">
        <pc:chgData name="Skjsjhb Gao" userId="8fd01c8afb7d3e29" providerId="LiveId" clId="{82514F35-D531-4589-86F0-D389613514A3}" dt="2024-09-26T00:19:38.801" v="5962" actId="20577"/>
        <pc:sldMkLst>
          <pc:docMk/>
          <pc:sldMk cId="435033039" sldId="259"/>
        </pc:sldMkLst>
        <pc:spChg chg="mod">
          <ac:chgData name="Skjsjhb Gao" userId="8fd01c8afb7d3e29" providerId="LiveId" clId="{82514F35-D531-4589-86F0-D389613514A3}" dt="2024-09-26T00:19:38.801" v="5962" actId="20577"/>
          <ac:spMkLst>
            <pc:docMk/>
            <pc:sldMk cId="435033039" sldId="259"/>
            <ac:spMk id="2" creationId="{FB5EC573-DEB6-4A24-BCCB-DBC47032AA80}"/>
          </ac:spMkLst>
        </pc:spChg>
        <pc:spChg chg="mod">
          <ac:chgData name="Skjsjhb Gao" userId="8fd01c8afb7d3e29" providerId="LiveId" clId="{82514F35-D531-4589-86F0-D389613514A3}" dt="2024-09-25T14:23:04.212" v="1541" actId="20577"/>
          <ac:spMkLst>
            <pc:docMk/>
            <pc:sldMk cId="435033039" sldId="259"/>
            <ac:spMk id="3" creationId="{DB8DD346-A0DC-409A-BF91-B86346550D1F}"/>
          </ac:spMkLst>
        </pc:spChg>
      </pc:sldChg>
      <pc:sldChg chg="new del">
        <pc:chgData name="Skjsjhb Gao" userId="8fd01c8afb7d3e29" providerId="LiveId" clId="{82514F35-D531-4589-86F0-D389613514A3}" dt="2024-09-25T13:55:06.937" v="116" actId="47"/>
        <pc:sldMkLst>
          <pc:docMk/>
          <pc:sldMk cId="1119551164" sldId="259"/>
        </pc:sldMkLst>
      </pc:sldChg>
      <pc:sldChg chg="modSp new mod">
        <pc:chgData name="Skjsjhb Gao" userId="8fd01c8afb7d3e29" providerId="LiveId" clId="{82514F35-D531-4589-86F0-D389613514A3}" dt="2024-09-25T23:39:43.130" v="3849" actId="20577"/>
        <pc:sldMkLst>
          <pc:docMk/>
          <pc:sldMk cId="846551766" sldId="260"/>
        </pc:sldMkLst>
        <pc:spChg chg="mod">
          <ac:chgData name="Skjsjhb Gao" userId="8fd01c8afb7d3e29" providerId="LiveId" clId="{82514F35-D531-4589-86F0-D389613514A3}" dt="2024-09-25T14:41:43.548" v="1824" actId="20577"/>
          <ac:spMkLst>
            <pc:docMk/>
            <pc:sldMk cId="846551766" sldId="260"/>
            <ac:spMk id="2" creationId="{EBBAF8CD-31C7-4783-8701-3303F79A02F2}"/>
          </ac:spMkLst>
        </pc:spChg>
        <pc:spChg chg="mod">
          <ac:chgData name="Skjsjhb Gao" userId="8fd01c8afb7d3e29" providerId="LiveId" clId="{82514F35-D531-4589-86F0-D389613514A3}" dt="2024-09-25T23:39:43.130" v="3849" actId="20577"/>
          <ac:spMkLst>
            <pc:docMk/>
            <pc:sldMk cId="846551766" sldId="260"/>
            <ac:spMk id="3" creationId="{8EB35D9F-BAC5-4609-A17F-052E3C945B67}"/>
          </ac:spMkLst>
        </pc:spChg>
      </pc:sldChg>
      <pc:sldChg chg="modSp new mod">
        <pc:chgData name="Skjsjhb Gao" userId="8fd01c8afb7d3e29" providerId="LiveId" clId="{82514F35-D531-4589-86F0-D389613514A3}" dt="2024-09-25T14:47:18.900" v="2190" actId="20577"/>
        <pc:sldMkLst>
          <pc:docMk/>
          <pc:sldMk cId="1106890996" sldId="261"/>
        </pc:sldMkLst>
        <pc:spChg chg="mod">
          <ac:chgData name="Skjsjhb Gao" userId="8fd01c8afb7d3e29" providerId="LiveId" clId="{82514F35-D531-4589-86F0-D389613514A3}" dt="2024-09-25T14:46:58.623" v="2123" actId="20577"/>
          <ac:spMkLst>
            <pc:docMk/>
            <pc:sldMk cId="1106890996" sldId="261"/>
            <ac:spMk id="2" creationId="{B6CB9052-EF0E-425E-A39F-B9225B92EB3A}"/>
          </ac:spMkLst>
        </pc:spChg>
        <pc:spChg chg="mod">
          <ac:chgData name="Skjsjhb Gao" userId="8fd01c8afb7d3e29" providerId="LiveId" clId="{82514F35-D531-4589-86F0-D389613514A3}" dt="2024-09-25T14:47:18.900" v="2190" actId="20577"/>
          <ac:spMkLst>
            <pc:docMk/>
            <pc:sldMk cId="1106890996" sldId="261"/>
            <ac:spMk id="3" creationId="{36BA2539-9658-4A1E-A58C-73EA2CA7A5E0}"/>
          </ac:spMkLst>
        </pc:spChg>
      </pc:sldChg>
      <pc:sldChg chg="addSp delSp modSp new mod modClrScheme chgLayout">
        <pc:chgData name="Skjsjhb Gao" userId="8fd01c8afb7d3e29" providerId="LiveId" clId="{82514F35-D531-4589-86F0-D389613514A3}" dt="2024-09-25T14:50:37.938" v="2235" actId="478"/>
        <pc:sldMkLst>
          <pc:docMk/>
          <pc:sldMk cId="559137011" sldId="262"/>
        </pc:sldMkLst>
        <pc:spChg chg="del mod ord">
          <ac:chgData name="Skjsjhb Gao" userId="8fd01c8afb7d3e29" providerId="LiveId" clId="{82514F35-D531-4589-86F0-D389613514A3}" dt="2024-09-25T14:47:53.738" v="2192" actId="700"/>
          <ac:spMkLst>
            <pc:docMk/>
            <pc:sldMk cId="559137011" sldId="262"/>
            <ac:spMk id="2" creationId="{5BCCF640-C2B7-4300-AC69-39CDD0612E29}"/>
          </ac:spMkLst>
        </pc:spChg>
        <pc:spChg chg="del mod ord">
          <ac:chgData name="Skjsjhb Gao" userId="8fd01c8afb7d3e29" providerId="LiveId" clId="{82514F35-D531-4589-86F0-D389613514A3}" dt="2024-09-25T14:47:53.738" v="2192" actId="700"/>
          <ac:spMkLst>
            <pc:docMk/>
            <pc:sldMk cId="559137011" sldId="262"/>
            <ac:spMk id="3" creationId="{ADA6C4A6-99F8-488F-B3EA-8FE4953654E2}"/>
          </ac:spMkLst>
        </pc:spChg>
        <pc:spChg chg="add mod ord">
          <ac:chgData name="Skjsjhb Gao" userId="8fd01c8afb7d3e29" providerId="LiveId" clId="{82514F35-D531-4589-86F0-D389613514A3}" dt="2024-09-25T14:48:03.388" v="2209" actId="20577"/>
          <ac:spMkLst>
            <pc:docMk/>
            <pc:sldMk cId="559137011" sldId="262"/>
            <ac:spMk id="4" creationId="{E3E898FF-BD1D-40E8-8430-A7A1F18EBCE9}"/>
          </ac:spMkLst>
        </pc:spChg>
        <pc:spChg chg="add mod ord">
          <ac:chgData name="Skjsjhb Gao" userId="8fd01c8afb7d3e29" providerId="LiveId" clId="{82514F35-D531-4589-86F0-D389613514A3}" dt="2024-09-25T14:48:13.508" v="2230" actId="20577"/>
          <ac:spMkLst>
            <pc:docMk/>
            <pc:sldMk cId="559137011" sldId="262"/>
            <ac:spMk id="5" creationId="{C60B93C1-C20D-4252-8585-2E310C1B6694}"/>
          </ac:spMkLst>
        </pc:spChg>
        <pc:graphicFrameChg chg="add del mod">
          <ac:chgData name="Skjsjhb Gao" userId="8fd01c8afb7d3e29" providerId="LiveId" clId="{82514F35-D531-4589-86F0-D389613514A3}" dt="2024-09-25T14:49:28.364" v="2232" actId="478"/>
          <ac:graphicFrameMkLst>
            <pc:docMk/>
            <pc:sldMk cId="559137011" sldId="262"/>
            <ac:graphicFrameMk id="6" creationId="{CBF6BB28-E78C-471B-99B8-42DFE214EA7B}"/>
          </ac:graphicFrameMkLst>
        </pc:graphicFrameChg>
        <pc:graphicFrameChg chg="add del mod">
          <ac:chgData name="Skjsjhb Gao" userId="8fd01c8afb7d3e29" providerId="LiveId" clId="{82514F35-D531-4589-86F0-D389613514A3}" dt="2024-09-25T14:50:37.938" v="2235" actId="478"/>
          <ac:graphicFrameMkLst>
            <pc:docMk/>
            <pc:sldMk cId="559137011" sldId="262"/>
            <ac:graphicFrameMk id="7" creationId="{1281E505-2E03-48BB-822E-03B27A81CDF6}"/>
          </ac:graphicFrameMkLst>
        </pc:graphicFrameChg>
      </pc:sldChg>
      <pc:sldChg chg="addSp delSp modSp new mod modClrScheme chgLayout">
        <pc:chgData name="Skjsjhb Gao" userId="8fd01c8afb7d3e29" providerId="LiveId" clId="{82514F35-D531-4589-86F0-D389613514A3}" dt="2024-09-25T14:51:36.395" v="2244" actId="1076"/>
        <pc:sldMkLst>
          <pc:docMk/>
          <pc:sldMk cId="3558712064" sldId="263"/>
        </pc:sldMkLst>
        <pc:spChg chg="del">
          <ac:chgData name="Skjsjhb Gao" userId="8fd01c8afb7d3e29" providerId="LiveId" clId="{82514F35-D531-4589-86F0-D389613514A3}" dt="2024-09-25T14:51:08.448" v="2237" actId="700"/>
          <ac:spMkLst>
            <pc:docMk/>
            <pc:sldMk cId="3558712064" sldId="263"/>
            <ac:spMk id="2" creationId="{C5F130A0-2F05-41E7-AF57-F86A5CCEA70E}"/>
          </ac:spMkLst>
        </pc:spChg>
        <pc:spChg chg="del">
          <ac:chgData name="Skjsjhb Gao" userId="8fd01c8afb7d3e29" providerId="LiveId" clId="{82514F35-D531-4589-86F0-D389613514A3}" dt="2024-09-25T14:51:08.448" v="2237" actId="700"/>
          <ac:spMkLst>
            <pc:docMk/>
            <pc:sldMk cId="3558712064" sldId="263"/>
            <ac:spMk id="3" creationId="{7D78541B-FCF4-453E-81D0-17628BCEA1C0}"/>
          </ac:spMkLst>
        </pc:spChg>
        <pc:picChg chg="add mod">
          <ac:chgData name="Skjsjhb Gao" userId="8fd01c8afb7d3e29" providerId="LiveId" clId="{82514F35-D531-4589-86F0-D389613514A3}" dt="2024-09-25T14:51:19.667" v="2240" actId="1076"/>
          <ac:picMkLst>
            <pc:docMk/>
            <pc:sldMk cId="3558712064" sldId="263"/>
            <ac:picMk id="5" creationId="{9777976E-8573-4C68-A413-CC3FB551B806}"/>
          </ac:picMkLst>
        </pc:picChg>
        <pc:picChg chg="add mod">
          <ac:chgData name="Skjsjhb Gao" userId="8fd01c8afb7d3e29" providerId="LiveId" clId="{82514F35-D531-4589-86F0-D389613514A3}" dt="2024-09-25T14:51:36.395" v="2244" actId="1076"/>
          <ac:picMkLst>
            <pc:docMk/>
            <pc:sldMk cId="3558712064" sldId="263"/>
            <ac:picMk id="7" creationId="{74C82241-259B-45D3-868B-34917E88AFD8}"/>
          </ac:picMkLst>
        </pc:picChg>
      </pc:sldChg>
      <pc:sldChg chg="addSp modSp new mod">
        <pc:chgData name="Skjsjhb Gao" userId="8fd01c8afb7d3e29" providerId="LiveId" clId="{82514F35-D531-4589-86F0-D389613514A3}" dt="2024-09-25T14:52:18.699" v="2251" actId="1076"/>
        <pc:sldMkLst>
          <pc:docMk/>
          <pc:sldMk cId="1985470400" sldId="264"/>
        </pc:sldMkLst>
        <pc:picChg chg="add mod">
          <ac:chgData name="Skjsjhb Gao" userId="8fd01c8afb7d3e29" providerId="LiveId" clId="{82514F35-D531-4589-86F0-D389613514A3}" dt="2024-09-25T14:51:59.811" v="2248" actId="1076"/>
          <ac:picMkLst>
            <pc:docMk/>
            <pc:sldMk cId="1985470400" sldId="264"/>
            <ac:picMk id="3" creationId="{F5FAF0FC-6160-47A1-80E6-46CF3B0D85C4}"/>
          </ac:picMkLst>
        </pc:picChg>
        <pc:picChg chg="add mod">
          <ac:chgData name="Skjsjhb Gao" userId="8fd01c8afb7d3e29" providerId="LiveId" clId="{82514F35-D531-4589-86F0-D389613514A3}" dt="2024-09-25T14:52:18.699" v="2251" actId="1076"/>
          <ac:picMkLst>
            <pc:docMk/>
            <pc:sldMk cId="1985470400" sldId="264"/>
            <ac:picMk id="5" creationId="{4F596281-776B-444C-9DB6-ECFDF6AD39D0}"/>
          </ac:picMkLst>
        </pc:picChg>
      </pc:sldChg>
      <pc:sldChg chg="addSp modSp new mod">
        <pc:chgData name="Skjsjhb Gao" userId="8fd01c8afb7d3e29" providerId="LiveId" clId="{82514F35-D531-4589-86F0-D389613514A3}" dt="2024-09-25T14:52:57.931" v="2263" actId="1076"/>
        <pc:sldMkLst>
          <pc:docMk/>
          <pc:sldMk cId="1987470996" sldId="265"/>
        </pc:sldMkLst>
        <pc:picChg chg="add mod">
          <ac:chgData name="Skjsjhb Gao" userId="8fd01c8afb7d3e29" providerId="LiveId" clId="{82514F35-D531-4589-86F0-D389613514A3}" dt="2024-09-25T14:52:57.931" v="2263" actId="1076"/>
          <ac:picMkLst>
            <pc:docMk/>
            <pc:sldMk cId="1987470996" sldId="265"/>
            <ac:picMk id="3" creationId="{DCCAF32D-C459-4E8A-84FE-8D887D4BBED7}"/>
          </ac:picMkLst>
        </pc:picChg>
        <pc:picChg chg="add mod">
          <ac:chgData name="Skjsjhb Gao" userId="8fd01c8afb7d3e29" providerId="LiveId" clId="{82514F35-D531-4589-86F0-D389613514A3}" dt="2024-09-25T14:52:57.931" v="2263" actId="1076"/>
          <ac:picMkLst>
            <pc:docMk/>
            <pc:sldMk cId="1987470996" sldId="265"/>
            <ac:picMk id="5" creationId="{7A2A21F5-2B9B-4789-84D5-2332D4488DE5}"/>
          </ac:picMkLst>
        </pc:picChg>
      </pc:sldChg>
      <pc:sldChg chg="addSp modSp new mod modClrScheme chgLayout">
        <pc:chgData name="Skjsjhb Gao" userId="8fd01c8afb7d3e29" providerId="LiveId" clId="{82514F35-D531-4589-86F0-D389613514A3}" dt="2024-09-25T23:40:23.243" v="3884" actId="20577"/>
        <pc:sldMkLst>
          <pc:docMk/>
          <pc:sldMk cId="3370884491" sldId="266"/>
        </pc:sldMkLst>
        <pc:spChg chg="add mod">
          <ac:chgData name="Skjsjhb Gao" userId="8fd01c8afb7d3e29" providerId="LiveId" clId="{82514F35-D531-4589-86F0-D389613514A3}" dt="2024-09-25T23:40:16.549" v="3858" actId="20577"/>
          <ac:spMkLst>
            <pc:docMk/>
            <pc:sldMk cId="3370884491" sldId="266"/>
            <ac:spMk id="2" creationId="{2339FD7E-0E19-4A81-95F0-C56DCA1AA684}"/>
          </ac:spMkLst>
        </pc:spChg>
        <pc:spChg chg="add mod">
          <ac:chgData name="Skjsjhb Gao" userId="8fd01c8afb7d3e29" providerId="LiveId" clId="{82514F35-D531-4589-86F0-D389613514A3}" dt="2024-09-25T23:40:23.243" v="3884" actId="20577"/>
          <ac:spMkLst>
            <pc:docMk/>
            <pc:sldMk cId="3370884491" sldId="266"/>
            <ac:spMk id="3" creationId="{713B4866-3F4B-4AA9-897E-37BF29D7B668}"/>
          </ac:spMkLst>
        </pc:spChg>
      </pc:sldChg>
      <pc:sldChg chg="addSp delSp modSp new mod modClrScheme chgLayout">
        <pc:chgData name="Skjsjhb Gao" userId="8fd01c8afb7d3e29" providerId="LiveId" clId="{82514F35-D531-4589-86F0-D389613514A3}" dt="2024-09-25T15:00:17.859" v="2875" actId="20577"/>
        <pc:sldMkLst>
          <pc:docMk/>
          <pc:sldMk cId="248883855" sldId="267"/>
        </pc:sldMkLst>
        <pc:spChg chg="del mod ord">
          <ac:chgData name="Skjsjhb Gao" userId="8fd01c8afb7d3e29" providerId="LiveId" clId="{82514F35-D531-4589-86F0-D389613514A3}" dt="2024-09-25T14:55:03.093" v="2284" actId="700"/>
          <ac:spMkLst>
            <pc:docMk/>
            <pc:sldMk cId="248883855" sldId="267"/>
            <ac:spMk id="2" creationId="{2E8CE6F4-9B04-4F3D-B8B4-7D2612F73479}"/>
          </ac:spMkLst>
        </pc:spChg>
        <pc:spChg chg="del mod ord">
          <ac:chgData name="Skjsjhb Gao" userId="8fd01c8afb7d3e29" providerId="LiveId" clId="{82514F35-D531-4589-86F0-D389613514A3}" dt="2024-09-25T14:55:03.093" v="2284" actId="700"/>
          <ac:spMkLst>
            <pc:docMk/>
            <pc:sldMk cId="248883855" sldId="267"/>
            <ac:spMk id="3" creationId="{16B74B13-17DE-4E51-9878-3A105560454E}"/>
          </ac:spMkLst>
        </pc:spChg>
        <pc:spChg chg="add mod ord">
          <ac:chgData name="Skjsjhb Gao" userId="8fd01c8afb7d3e29" providerId="LiveId" clId="{82514F35-D531-4589-86F0-D389613514A3}" dt="2024-09-25T14:55:19.483" v="2305" actId="20577"/>
          <ac:spMkLst>
            <pc:docMk/>
            <pc:sldMk cId="248883855" sldId="267"/>
            <ac:spMk id="4" creationId="{C609E787-1E44-4AA3-8F3A-4FF7C6CED166}"/>
          </ac:spMkLst>
        </pc:spChg>
        <pc:spChg chg="add mod ord">
          <ac:chgData name="Skjsjhb Gao" userId="8fd01c8afb7d3e29" providerId="LiveId" clId="{82514F35-D531-4589-86F0-D389613514A3}" dt="2024-09-25T15:00:17.859" v="2875" actId="20577"/>
          <ac:spMkLst>
            <pc:docMk/>
            <pc:sldMk cId="248883855" sldId="267"/>
            <ac:spMk id="5" creationId="{AA8933C1-C93E-4481-8D2F-F3A2A72668D7}"/>
          </ac:spMkLst>
        </pc:spChg>
      </pc:sldChg>
      <pc:sldChg chg="modSp new mod">
        <pc:chgData name="Skjsjhb Gao" userId="8fd01c8afb7d3e29" providerId="LiveId" clId="{82514F35-D531-4589-86F0-D389613514A3}" dt="2024-09-25T15:06:33.819" v="3289" actId="115"/>
        <pc:sldMkLst>
          <pc:docMk/>
          <pc:sldMk cId="3317013179" sldId="268"/>
        </pc:sldMkLst>
        <pc:spChg chg="mod">
          <ac:chgData name="Skjsjhb Gao" userId="8fd01c8afb7d3e29" providerId="LiveId" clId="{82514F35-D531-4589-86F0-D389613514A3}" dt="2024-09-25T14:57:45.074" v="2628" actId="20577"/>
          <ac:spMkLst>
            <pc:docMk/>
            <pc:sldMk cId="3317013179" sldId="268"/>
            <ac:spMk id="2" creationId="{A704CBA7-9A5D-449E-BD98-6FAA4E49BFC7}"/>
          </ac:spMkLst>
        </pc:spChg>
        <pc:spChg chg="mod">
          <ac:chgData name="Skjsjhb Gao" userId="8fd01c8afb7d3e29" providerId="LiveId" clId="{82514F35-D531-4589-86F0-D389613514A3}" dt="2024-09-25T15:06:33.819" v="3289" actId="115"/>
          <ac:spMkLst>
            <pc:docMk/>
            <pc:sldMk cId="3317013179" sldId="268"/>
            <ac:spMk id="3" creationId="{7A7E2CC3-8FA5-43C6-8FF3-AAC8322C9615}"/>
          </ac:spMkLst>
        </pc:spChg>
      </pc:sldChg>
      <pc:sldChg chg="addSp delSp modSp new mod">
        <pc:chgData name="Skjsjhb Gao" userId="8fd01c8afb7d3e29" providerId="LiveId" clId="{82514F35-D531-4589-86F0-D389613514A3}" dt="2024-09-26T00:21:03.773" v="6058" actId="20577"/>
        <pc:sldMkLst>
          <pc:docMk/>
          <pc:sldMk cId="3201626050" sldId="269"/>
        </pc:sldMkLst>
        <pc:spChg chg="mod">
          <ac:chgData name="Skjsjhb Gao" userId="8fd01c8afb7d3e29" providerId="LiveId" clId="{82514F35-D531-4589-86F0-D389613514A3}" dt="2024-09-25T15:00:28.115" v="2887" actId="20577"/>
          <ac:spMkLst>
            <pc:docMk/>
            <pc:sldMk cId="3201626050" sldId="269"/>
            <ac:spMk id="2" creationId="{14E09EC5-1D12-4B78-B70B-4BBBD9942290}"/>
          </ac:spMkLst>
        </pc:spChg>
        <pc:spChg chg="mod">
          <ac:chgData name="Skjsjhb Gao" userId="8fd01c8afb7d3e29" providerId="LiveId" clId="{82514F35-D531-4589-86F0-D389613514A3}" dt="2024-09-26T00:21:03.773" v="6058" actId="20577"/>
          <ac:spMkLst>
            <pc:docMk/>
            <pc:sldMk cId="3201626050" sldId="269"/>
            <ac:spMk id="3" creationId="{97179B9A-5F8F-45A2-AACC-9163172696CA}"/>
          </ac:spMkLst>
        </pc:spChg>
        <pc:picChg chg="add del mod">
          <ac:chgData name="Skjsjhb Gao" userId="8fd01c8afb7d3e29" providerId="LiveId" clId="{82514F35-D531-4589-86F0-D389613514A3}" dt="2024-09-25T15:03:31.863" v="2980" actId="478"/>
          <ac:picMkLst>
            <pc:docMk/>
            <pc:sldMk cId="3201626050" sldId="269"/>
            <ac:picMk id="5" creationId="{4008A6ED-7308-46E7-96B4-E8C24811A6FA}"/>
          </ac:picMkLst>
        </pc:picChg>
        <pc:picChg chg="add mod">
          <ac:chgData name="Skjsjhb Gao" userId="8fd01c8afb7d3e29" providerId="LiveId" clId="{82514F35-D531-4589-86F0-D389613514A3}" dt="2024-09-25T15:03:14.946" v="2972" actId="571"/>
          <ac:picMkLst>
            <pc:docMk/>
            <pc:sldMk cId="3201626050" sldId="269"/>
            <ac:picMk id="6" creationId="{275C2F20-5744-4EA2-ABC5-AAC6DE739D2B}"/>
          </ac:picMkLst>
        </pc:picChg>
      </pc:sldChg>
      <pc:sldChg chg="modSp new mod">
        <pc:chgData name="Skjsjhb Gao" userId="8fd01c8afb7d3e29" providerId="LiveId" clId="{82514F35-D531-4589-86F0-D389613514A3}" dt="2024-09-25T23:40:41.262" v="3889" actId="20577"/>
        <pc:sldMkLst>
          <pc:docMk/>
          <pc:sldMk cId="3358541368" sldId="270"/>
        </pc:sldMkLst>
        <pc:spChg chg="mod">
          <ac:chgData name="Skjsjhb Gao" userId="8fd01c8afb7d3e29" providerId="LiveId" clId="{82514F35-D531-4589-86F0-D389613514A3}" dt="2024-09-25T15:07:15.880" v="3303" actId="20577"/>
          <ac:spMkLst>
            <pc:docMk/>
            <pc:sldMk cId="3358541368" sldId="270"/>
            <ac:spMk id="2" creationId="{5D447CFD-A27E-4F6F-9850-0A4C254B9AC9}"/>
          </ac:spMkLst>
        </pc:spChg>
        <pc:spChg chg="mod">
          <ac:chgData name="Skjsjhb Gao" userId="8fd01c8afb7d3e29" providerId="LiveId" clId="{82514F35-D531-4589-86F0-D389613514A3}" dt="2024-09-25T23:40:41.262" v="3889" actId="20577"/>
          <ac:spMkLst>
            <pc:docMk/>
            <pc:sldMk cId="3358541368" sldId="270"/>
            <ac:spMk id="3" creationId="{8F7B2E51-D1D7-4C76-ABFC-025C310C3B55}"/>
          </ac:spMkLst>
        </pc:spChg>
      </pc:sldChg>
      <pc:sldChg chg="modSp new mod">
        <pc:chgData name="Skjsjhb Gao" userId="8fd01c8afb7d3e29" providerId="LiveId" clId="{82514F35-D531-4589-86F0-D389613514A3}" dt="2024-09-25T15:11:40.205" v="3714" actId="20577"/>
        <pc:sldMkLst>
          <pc:docMk/>
          <pc:sldMk cId="2281635846" sldId="271"/>
        </pc:sldMkLst>
        <pc:spChg chg="mod">
          <ac:chgData name="Skjsjhb Gao" userId="8fd01c8afb7d3e29" providerId="LiveId" clId="{82514F35-D531-4589-86F0-D389613514A3}" dt="2024-09-25T15:10:25.147" v="3521" actId="20577"/>
          <ac:spMkLst>
            <pc:docMk/>
            <pc:sldMk cId="2281635846" sldId="271"/>
            <ac:spMk id="2" creationId="{D93166E8-E5B6-4C74-991B-59884D7F304E}"/>
          </ac:spMkLst>
        </pc:spChg>
        <pc:spChg chg="mod">
          <ac:chgData name="Skjsjhb Gao" userId="8fd01c8afb7d3e29" providerId="LiveId" clId="{82514F35-D531-4589-86F0-D389613514A3}" dt="2024-09-25T15:11:40.205" v="3714" actId="20577"/>
          <ac:spMkLst>
            <pc:docMk/>
            <pc:sldMk cId="2281635846" sldId="271"/>
            <ac:spMk id="3" creationId="{2D42227B-725C-479B-956F-8927A7142351}"/>
          </ac:spMkLst>
        </pc:spChg>
      </pc:sldChg>
      <pc:sldChg chg="addSp delSp modSp new mod modClrScheme chgLayout">
        <pc:chgData name="Skjsjhb Gao" userId="8fd01c8afb7d3e29" providerId="LiveId" clId="{82514F35-D531-4589-86F0-D389613514A3}" dt="2024-09-26T15:01:21.572" v="8444" actId="20577"/>
        <pc:sldMkLst>
          <pc:docMk/>
          <pc:sldMk cId="2723722801" sldId="272"/>
        </pc:sldMkLst>
        <pc:spChg chg="del mod ord">
          <ac:chgData name="Skjsjhb Gao" userId="8fd01c8afb7d3e29" providerId="LiveId" clId="{82514F35-D531-4589-86F0-D389613514A3}" dt="2024-09-25T15:12:31.300" v="3759" actId="700"/>
          <ac:spMkLst>
            <pc:docMk/>
            <pc:sldMk cId="2723722801" sldId="272"/>
            <ac:spMk id="2" creationId="{937C03D0-DA6A-4F9A-8BDC-42AAC16A7C22}"/>
          </ac:spMkLst>
        </pc:spChg>
        <pc:spChg chg="del mod ord">
          <ac:chgData name="Skjsjhb Gao" userId="8fd01c8afb7d3e29" providerId="LiveId" clId="{82514F35-D531-4589-86F0-D389613514A3}" dt="2024-09-25T15:12:31.300" v="3759" actId="700"/>
          <ac:spMkLst>
            <pc:docMk/>
            <pc:sldMk cId="2723722801" sldId="272"/>
            <ac:spMk id="3" creationId="{81365447-109E-4A5C-8BEF-8D0547587BFF}"/>
          </ac:spMkLst>
        </pc:spChg>
        <pc:spChg chg="add mod ord">
          <ac:chgData name="Skjsjhb Gao" userId="8fd01c8afb7d3e29" providerId="LiveId" clId="{82514F35-D531-4589-86F0-D389613514A3}" dt="2024-09-25T23:42:42.191" v="3905" actId="20577"/>
          <ac:spMkLst>
            <pc:docMk/>
            <pc:sldMk cId="2723722801" sldId="272"/>
            <ac:spMk id="4" creationId="{5D795068-0FEA-4F4A-A618-9CEC4447588A}"/>
          </ac:spMkLst>
        </pc:spChg>
        <pc:spChg chg="add mod ord">
          <ac:chgData name="Skjsjhb Gao" userId="8fd01c8afb7d3e29" providerId="LiveId" clId="{82514F35-D531-4589-86F0-D389613514A3}" dt="2024-09-26T15:01:21.572" v="8444" actId="20577"/>
          <ac:spMkLst>
            <pc:docMk/>
            <pc:sldMk cId="2723722801" sldId="272"/>
            <ac:spMk id="5" creationId="{5096CACB-EE8E-4734-92E7-DC00778940BC}"/>
          </ac:spMkLst>
        </pc:spChg>
      </pc:sldChg>
      <pc:sldChg chg="addSp delSp modSp new mod modClrScheme chgLayout">
        <pc:chgData name="Skjsjhb Gao" userId="8fd01c8afb7d3e29" providerId="LiveId" clId="{82514F35-D531-4589-86F0-D389613514A3}" dt="2024-09-25T23:46:59.351" v="4246" actId="20577"/>
        <pc:sldMkLst>
          <pc:docMk/>
          <pc:sldMk cId="850152021" sldId="273"/>
        </pc:sldMkLst>
        <pc:spChg chg="del mod ord">
          <ac:chgData name="Skjsjhb Gao" userId="8fd01c8afb7d3e29" providerId="LiveId" clId="{82514F35-D531-4589-86F0-D389613514A3}" dt="2024-09-25T23:43:22.228" v="3956" actId="700"/>
          <ac:spMkLst>
            <pc:docMk/>
            <pc:sldMk cId="850152021" sldId="273"/>
            <ac:spMk id="2" creationId="{D012155B-845C-4EB2-AFD5-A72064952156}"/>
          </ac:spMkLst>
        </pc:spChg>
        <pc:spChg chg="del mod ord">
          <ac:chgData name="Skjsjhb Gao" userId="8fd01c8afb7d3e29" providerId="LiveId" clId="{82514F35-D531-4589-86F0-D389613514A3}" dt="2024-09-25T23:43:22.228" v="3956" actId="700"/>
          <ac:spMkLst>
            <pc:docMk/>
            <pc:sldMk cId="850152021" sldId="273"/>
            <ac:spMk id="3" creationId="{D23C8159-DA0F-40A7-8BA4-E6B6B0B99B5A}"/>
          </ac:spMkLst>
        </pc:spChg>
        <pc:spChg chg="add mod ord">
          <ac:chgData name="Skjsjhb Gao" userId="8fd01c8afb7d3e29" providerId="LiveId" clId="{82514F35-D531-4589-86F0-D389613514A3}" dt="2024-09-25T23:43:36.539" v="3974" actId="20577"/>
          <ac:spMkLst>
            <pc:docMk/>
            <pc:sldMk cId="850152021" sldId="273"/>
            <ac:spMk id="4" creationId="{C20444B4-E20F-4F06-B234-49F64E6D4464}"/>
          </ac:spMkLst>
        </pc:spChg>
        <pc:spChg chg="add mod ord">
          <ac:chgData name="Skjsjhb Gao" userId="8fd01c8afb7d3e29" providerId="LiveId" clId="{82514F35-D531-4589-86F0-D389613514A3}" dt="2024-09-25T23:46:59.351" v="4246" actId="20577"/>
          <ac:spMkLst>
            <pc:docMk/>
            <pc:sldMk cId="850152021" sldId="273"/>
            <ac:spMk id="5" creationId="{5FAB59B2-6529-467E-9487-344C1FDC3EA7}"/>
          </ac:spMkLst>
        </pc:spChg>
      </pc:sldChg>
      <pc:sldChg chg="modSp new mod">
        <pc:chgData name="Skjsjhb Gao" userId="8fd01c8afb7d3e29" providerId="LiveId" clId="{82514F35-D531-4589-86F0-D389613514A3}" dt="2024-09-25T23:50:22.953" v="4635" actId="20577"/>
        <pc:sldMkLst>
          <pc:docMk/>
          <pc:sldMk cId="2066233307" sldId="274"/>
        </pc:sldMkLst>
        <pc:spChg chg="mod">
          <ac:chgData name="Skjsjhb Gao" userId="8fd01c8afb7d3e29" providerId="LiveId" clId="{82514F35-D531-4589-86F0-D389613514A3}" dt="2024-09-25T23:49:43.590" v="4521" actId="20577"/>
          <ac:spMkLst>
            <pc:docMk/>
            <pc:sldMk cId="2066233307" sldId="274"/>
            <ac:spMk id="2" creationId="{0E5B8D6E-FB33-4C1E-8549-541E4428D168}"/>
          </ac:spMkLst>
        </pc:spChg>
        <pc:spChg chg="mod">
          <ac:chgData name="Skjsjhb Gao" userId="8fd01c8afb7d3e29" providerId="LiveId" clId="{82514F35-D531-4589-86F0-D389613514A3}" dt="2024-09-25T23:50:22.953" v="4635" actId="20577"/>
          <ac:spMkLst>
            <pc:docMk/>
            <pc:sldMk cId="2066233307" sldId="274"/>
            <ac:spMk id="3" creationId="{B06A4366-10F2-476B-B7E3-0693FB0D38BA}"/>
          </ac:spMkLst>
        </pc:spChg>
      </pc:sldChg>
      <pc:sldChg chg="modSp new mod">
        <pc:chgData name="Skjsjhb Gao" userId="8fd01c8afb7d3e29" providerId="LiveId" clId="{82514F35-D531-4589-86F0-D389613514A3}" dt="2024-09-26T00:10:26.900" v="5308" actId="20577"/>
        <pc:sldMkLst>
          <pc:docMk/>
          <pc:sldMk cId="3266208384" sldId="275"/>
        </pc:sldMkLst>
        <pc:spChg chg="mod">
          <ac:chgData name="Skjsjhb Gao" userId="8fd01c8afb7d3e29" providerId="LiveId" clId="{82514F35-D531-4589-86F0-D389613514A3}" dt="2024-09-25T23:50:49.014" v="4692" actId="20577"/>
          <ac:spMkLst>
            <pc:docMk/>
            <pc:sldMk cId="3266208384" sldId="275"/>
            <ac:spMk id="2" creationId="{E117B209-F400-4A22-992B-23E34BC2BABC}"/>
          </ac:spMkLst>
        </pc:spChg>
        <pc:spChg chg="mod">
          <ac:chgData name="Skjsjhb Gao" userId="8fd01c8afb7d3e29" providerId="LiveId" clId="{82514F35-D531-4589-86F0-D389613514A3}" dt="2024-09-26T00:10:26.900" v="5308" actId="20577"/>
          <ac:spMkLst>
            <pc:docMk/>
            <pc:sldMk cId="3266208384" sldId="275"/>
            <ac:spMk id="3" creationId="{8D0FB898-9209-4438-AB37-6B7FFAA76FD1}"/>
          </ac:spMkLst>
        </pc:spChg>
      </pc:sldChg>
      <pc:sldChg chg="modSp new mod">
        <pc:chgData name="Skjsjhb Gao" userId="8fd01c8afb7d3e29" providerId="LiveId" clId="{82514F35-D531-4589-86F0-D389613514A3}" dt="2024-09-26T00:13:23.042" v="5520" actId="20577"/>
        <pc:sldMkLst>
          <pc:docMk/>
          <pc:sldMk cId="4161538866" sldId="276"/>
        </pc:sldMkLst>
        <pc:spChg chg="mod">
          <ac:chgData name="Skjsjhb Gao" userId="8fd01c8afb7d3e29" providerId="LiveId" clId="{82514F35-D531-4589-86F0-D389613514A3}" dt="2024-09-26T00:11:26.380" v="5352" actId="20577"/>
          <ac:spMkLst>
            <pc:docMk/>
            <pc:sldMk cId="4161538866" sldId="276"/>
            <ac:spMk id="2" creationId="{8710D725-EE77-4223-9D7B-AE8E5428B83D}"/>
          </ac:spMkLst>
        </pc:spChg>
        <pc:spChg chg="mod">
          <ac:chgData name="Skjsjhb Gao" userId="8fd01c8afb7d3e29" providerId="LiveId" clId="{82514F35-D531-4589-86F0-D389613514A3}" dt="2024-09-26T00:13:23.042" v="5520" actId="20577"/>
          <ac:spMkLst>
            <pc:docMk/>
            <pc:sldMk cId="4161538866" sldId="276"/>
            <ac:spMk id="3" creationId="{F82A9025-FECD-484D-8B36-F356ACD14C07}"/>
          </ac:spMkLst>
        </pc:spChg>
      </pc:sldChg>
      <pc:sldChg chg="addSp delSp modSp new mod modClrScheme chgLayout">
        <pc:chgData name="Skjsjhb Gao" userId="8fd01c8afb7d3e29" providerId="LiveId" clId="{82514F35-D531-4589-86F0-D389613514A3}" dt="2024-09-26T00:14:13.724" v="5580" actId="20577"/>
        <pc:sldMkLst>
          <pc:docMk/>
          <pc:sldMk cId="2841478067" sldId="277"/>
        </pc:sldMkLst>
        <pc:spChg chg="del mod ord">
          <ac:chgData name="Skjsjhb Gao" userId="8fd01c8afb7d3e29" providerId="LiveId" clId="{82514F35-D531-4589-86F0-D389613514A3}" dt="2024-09-26T00:13:57.710" v="5522" actId="700"/>
          <ac:spMkLst>
            <pc:docMk/>
            <pc:sldMk cId="2841478067" sldId="277"/>
            <ac:spMk id="2" creationId="{DCBBFB79-9BCD-4FC0-9517-6F4CAE6B29D6}"/>
          </ac:spMkLst>
        </pc:spChg>
        <pc:spChg chg="del mod ord">
          <ac:chgData name="Skjsjhb Gao" userId="8fd01c8afb7d3e29" providerId="LiveId" clId="{82514F35-D531-4589-86F0-D389613514A3}" dt="2024-09-26T00:13:57.710" v="5522" actId="700"/>
          <ac:spMkLst>
            <pc:docMk/>
            <pc:sldMk cId="2841478067" sldId="277"/>
            <ac:spMk id="3" creationId="{C7CFF2A2-AA3D-4D4B-A9AE-C34FF0A85CEB}"/>
          </ac:spMkLst>
        </pc:spChg>
        <pc:spChg chg="add mod ord">
          <ac:chgData name="Skjsjhb Gao" userId="8fd01c8afb7d3e29" providerId="LiveId" clId="{82514F35-D531-4589-86F0-D389613514A3}" dt="2024-09-26T00:14:08.100" v="5560" actId="20577"/>
          <ac:spMkLst>
            <pc:docMk/>
            <pc:sldMk cId="2841478067" sldId="277"/>
            <ac:spMk id="4" creationId="{0893731D-8A4A-45BC-9E6F-84C462CF9414}"/>
          </ac:spMkLst>
        </pc:spChg>
        <pc:spChg chg="add mod ord">
          <ac:chgData name="Skjsjhb Gao" userId="8fd01c8afb7d3e29" providerId="LiveId" clId="{82514F35-D531-4589-86F0-D389613514A3}" dt="2024-09-26T00:14:13.724" v="5580" actId="20577"/>
          <ac:spMkLst>
            <pc:docMk/>
            <pc:sldMk cId="2841478067" sldId="277"/>
            <ac:spMk id="5" creationId="{A71204B2-FFD0-4476-B3FA-88BCEDF007B6}"/>
          </ac:spMkLst>
        </pc:spChg>
      </pc:sldChg>
      <pc:sldChg chg="addSp delSp modSp new mod modClrScheme chgLayout">
        <pc:chgData name="Skjsjhb Gao" userId="8fd01c8afb7d3e29" providerId="LiveId" clId="{82514F35-D531-4589-86F0-D389613514A3}" dt="2024-09-26T00:22:54.509" v="6149" actId="20577"/>
        <pc:sldMkLst>
          <pc:docMk/>
          <pc:sldMk cId="2516500050" sldId="278"/>
        </pc:sldMkLst>
        <pc:spChg chg="del mod ord">
          <ac:chgData name="Skjsjhb Gao" userId="8fd01c8afb7d3e29" providerId="LiveId" clId="{82514F35-D531-4589-86F0-D389613514A3}" dt="2024-09-26T00:14:55.243" v="5582" actId="700"/>
          <ac:spMkLst>
            <pc:docMk/>
            <pc:sldMk cId="2516500050" sldId="278"/>
            <ac:spMk id="2" creationId="{44D28D54-A2B6-4C95-AC9C-83228040E17F}"/>
          </ac:spMkLst>
        </pc:spChg>
        <pc:spChg chg="del mod ord">
          <ac:chgData name="Skjsjhb Gao" userId="8fd01c8afb7d3e29" providerId="LiveId" clId="{82514F35-D531-4589-86F0-D389613514A3}" dt="2024-09-26T00:14:55.243" v="5582" actId="700"/>
          <ac:spMkLst>
            <pc:docMk/>
            <pc:sldMk cId="2516500050" sldId="278"/>
            <ac:spMk id="3" creationId="{FCB73AD7-6BA2-4C17-A210-BC79032DDEE9}"/>
          </ac:spMkLst>
        </pc:spChg>
        <pc:spChg chg="add mod ord">
          <ac:chgData name="Skjsjhb Gao" userId="8fd01c8afb7d3e29" providerId="LiveId" clId="{82514F35-D531-4589-86F0-D389613514A3}" dt="2024-09-26T00:17:22.271" v="5706" actId="20577"/>
          <ac:spMkLst>
            <pc:docMk/>
            <pc:sldMk cId="2516500050" sldId="278"/>
            <ac:spMk id="4" creationId="{A9855ADA-8815-404A-A98E-CD8C24F056B2}"/>
          </ac:spMkLst>
        </pc:spChg>
        <pc:spChg chg="add mod ord">
          <ac:chgData name="Skjsjhb Gao" userId="8fd01c8afb7d3e29" providerId="LiveId" clId="{82514F35-D531-4589-86F0-D389613514A3}" dt="2024-09-26T00:22:54.509" v="6149" actId="20577"/>
          <ac:spMkLst>
            <pc:docMk/>
            <pc:sldMk cId="2516500050" sldId="278"/>
            <ac:spMk id="5" creationId="{89F020F0-9214-44F7-8D80-2FB2CAC2D5B9}"/>
          </ac:spMkLst>
        </pc:spChg>
      </pc:sldChg>
      <pc:sldChg chg="modSp new mod">
        <pc:chgData name="Skjsjhb Gao" userId="8fd01c8afb7d3e29" providerId="LiveId" clId="{82514F35-D531-4589-86F0-D389613514A3}" dt="2024-09-26T00:23:04.627" v="6174" actId="20577"/>
        <pc:sldMkLst>
          <pc:docMk/>
          <pc:sldMk cId="4039686932" sldId="279"/>
        </pc:sldMkLst>
        <pc:spChg chg="mod">
          <ac:chgData name="Skjsjhb Gao" userId="8fd01c8afb7d3e29" providerId="LiveId" clId="{82514F35-D531-4589-86F0-D389613514A3}" dt="2024-09-26T00:21:49.678" v="6092" actId="20577"/>
          <ac:spMkLst>
            <pc:docMk/>
            <pc:sldMk cId="4039686932" sldId="279"/>
            <ac:spMk id="2" creationId="{B055359B-7BEE-4FC4-8912-DF9C3C1632C1}"/>
          </ac:spMkLst>
        </pc:spChg>
        <pc:spChg chg="mod">
          <ac:chgData name="Skjsjhb Gao" userId="8fd01c8afb7d3e29" providerId="LiveId" clId="{82514F35-D531-4589-86F0-D389613514A3}" dt="2024-09-26T00:23:04.627" v="6174" actId="20577"/>
          <ac:spMkLst>
            <pc:docMk/>
            <pc:sldMk cId="4039686932" sldId="279"/>
            <ac:spMk id="3" creationId="{B6E2F76E-45C2-4889-A9B6-47091DA94344}"/>
          </ac:spMkLst>
        </pc:spChg>
      </pc:sldChg>
      <pc:sldChg chg="addSp delSp modSp new del mod modClrScheme chgLayout">
        <pc:chgData name="Skjsjhb Gao" userId="8fd01c8afb7d3e29" providerId="LiveId" clId="{82514F35-D531-4589-86F0-D389613514A3}" dt="2024-09-26T00:27:32.807" v="6527" actId="47"/>
        <pc:sldMkLst>
          <pc:docMk/>
          <pc:sldMk cId="1650616453" sldId="280"/>
        </pc:sldMkLst>
        <pc:spChg chg="del mod ord">
          <ac:chgData name="Skjsjhb Gao" userId="8fd01c8afb7d3e29" providerId="LiveId" clId="{82514F35-D531-4589-86F0-D389613514A3}" dt="2024-09-26T00:23:27.339" v="6176" actId="700"/>
          <ac:spMkLst>
            <pc:docMk/>
            <pc:sldMk cId="1650616453" sldId="280"/>
            <ac:spMk id="2" creationId="{75F15208-6049-42B8-B9D3-2D6A88C93CDF}"/>
          </ac:spMkLst>
        </pc:spChg>
        <pc:spChg chg="del mod ord">
          <ac:chgData name="Skjsjhb Gao" userId="8fd01c8afb7d3e29" providerId="LiveId" clId="{82514F35-D531-4589-86F0-D389613514A3}" dt="2024-09-26T00:23:27.339" v="6176" actId="700"/>
          <ac:spMkLst>
            <pc:docMk/>
            <pc:sldMk cId="1650616453" sldId="280"/>
            <ac:spMk id="3" creationId="{AD06202E-118C-416D-B6B4-4C90B4096F86}"/>
          </ac:spMkLst>
        </pc:spChg>
        <pc:spChg chg="add mod ord">
          <ac:chgData name="Skjsjhb Gao" userId="8fd01c8afb7d3e29" providerId="LiveId" clId="{82514F35-D531-4589-86F0-D389613514A3}" dt="2024-09-26T00:23:33.857" v="6196" actId="20577"/>
          <ac:spMkLst>
            <pc:docMk/>
            <pc:sldMk cId="1650616453" sldId="280"/>
            <ac:spMk id="4" creationId="{0A0DE878-35D8-426A-B40A-9FB43B8D1E83}"/>
          </ac:spMkLst>
        </pc:spChg>
        <pc:spChg chg="add mod ord">
          <ac:chgData name="Skjsjhb Gao" userId="8fd01c8afb7d3e29" providerId="LiveId" clId="{82514F35-D531-4589-86F0-D389613514A3}" dt="2024-09-26T00:23:43.240" v="6224" actId="20577"/>
          <ac:spMkLst>
            <pc:docMk/>
            <pc:sldMk cId="1650616453" sldId="280"/>
            <ac:spMk id="5" creationId="{938A7715-D227-465E-876E-F9329F82AB4D}"/>
          </ac:spMkLst>
        </pc:spChg>
      </pc:sldChg>
      <pc:sldChg chg="addSp delSp modSp new mod modClrScheme chgLayout">
        <pc:chgData name="Skjsjhb Gao" userId="8fd01c8afb7d3e29" providerId="LiveId" clId="{82514F35-D531-4589-86F0-D389613514A3}" dt="2024-09-26T00:30:28.521" v="6591" actId="20577"/>
        <pc:sldMkLst>
          <pc:docMk/>
          <pc:sldMk cId="2998459238" sldId="280"/>
        </pc:sldMkLst>
        <pc:spChg chg="del mod ord">
          <ac:chgData name="Skjsjhb Gao" userId="8fd01c8afb7d3e29" providerId="LiveId" clId="{82514F35-D531-4589-86F0-D389613514A3}" dt="2024-09-26T00:30:13.932" v="6531" actId="700"/>
          <ac:spMkLst>
            <pc:docMk/>
            <pc:sldMk cId="2998459238" sldId="280"/>
            <ac:spMk id="2" creationId="{86B5FDBF-167F-4B45-8F63-705ADAFBD691}"/>
          </ac:spMkLst>
        </pc:spChg>
        <pc:spChg chg="del mod ord">
          <ac:chgData name="Skjsjhb Gao" userId="8fd01c8afb7d3e29" providerId="LiveId" clId="{82514F35-D531-4589-86F0-D389613514A3}" dt="2024-09-26T00:30:13.932" v="6531" actId="700"/>
          <ac:spMkLst>
            <pc:docMk/>
            <pc:sldMk cId="2998459238" sldId="280"/>
            <ac:spMk id="3" creationId="{4048BF67-0CA9-4BAA-AACF-AF56608A36CF}"/>
          </ac:spMkLst>
        </pc:spChg>
        <pc:spChg chg="add mod ord">
          <ac:chgData name="Skjsjhb Gao" userId="8fd01c8afb7d3e29" providerId="LiveId" clId="{82514F35-D531-4589-86F0-D389613514A3}" dt="2024-09-26T00:30:20.990" v="6557" actId="20577"/>
          <ac:spMkLst>
            <pc:docMk/>
            <pc:sldMk cId="2998459238" sldId="280"/>
            <ac:spMk id="4" creationId="{3AB57E84-3748-4041-87F9-4F2067D58F42}"/>
          </ac:spMkLst>
        </pc:spChg>
        <pc:spChg chg="add mod ord">
          <ac:chgData name="Skjsjhb Gao" userId="8fd01c8afb7d3e29" providerId="LiveId" clId="{82514F35-D531-4589-86F0-D389613514A3}" dt="2024-09-26T00:30:28.521" v="6591" actId="20577"/>
          <ac:spMkLst>
            <pc:docMk/>
            <pc:sldMk cId="2998459238" sldId="280"/>
            <ac:spMk id="5" creationId="{37AA0ECE-A9AC-4954-AEF2-99823F3FD8A9}"/>
          </ac:spMkLst>
        </pc:spChg>
      </pc:sldChg>
      <pc:sldChg chg="addSp delSp modSp new mod modClrScheme chgLayout">
        <pc:chgData name="Skjsjhb Gao" userId="8fd01c8afb7d3e29" providerId="LiveId" clId="{82514F35-D531-4589-86F0-D389613514A3}" dt="2024-09-26T00:39:38.460" v="7268" actId="12"/>
        <pc:sldMkLst>
          <pc:docMk/>
          <pc:sldMk cId="2406195689" sldId="281"/>
        </pc:sldMkLst>
        <pc:spChg chg="del mod ord">
          <ac:chgData name="Skjsjhb Gao" userId="8fd01c8afb7d3e29" providerId="LiveId" clId="{82514F35-D531-4589-86F0-D389613514A3}" dt="2024-09-26T00:30:41.772" v="6596" actId="700"/>
          <ac:spMkLst>
            <pc:docMk/>
            <pc:sldMk cId="2406195689" sldId="281"/>
            <ac:spMk id="2" creationId="{3E264F2C-B347-4EB7-91C4-FDA022DB0D06}"/>
          </ac:spMkLst>
        </pc:spChg>
        <pc:spChg chg="del mod ord">
          <ac:chgData name="Skjsjhb Gao" userId="8fd01c8afb7d3e29" providerId="LiveId" clId="{82514F35-D531-4589-86F0-D389613514A3}" dt="2024-09-26T00:30:41.772" v="6596" actId="700"/>
          <ac:spMkLst>
            <pc:docMk/>
            <pc:sldMk cId="2406195689" sldId="281"/>
            <ac:spMk id="3" creationId="{244BD4E6-C67A-4B8B-BDAD-ED4D89F2592E}"/>
          </ac:spMkLst>
        </pc:spChg>
        <pc:spChg chg="add mod ord">
          <ac:chgData name="Skjsjhb Gao" userId="8fd01c8afb7d3e29" providerId="LiveId" clId="{82514F35-D531-4589-86F0-D389613514A3}" dt="2024-09-26T00:32:49.632" v="6790" actId="20577"/>
          <ac:spMkLst>
            <pc:docMk/>
            <pc:sldMk cId="2406195689" sldId="281"/>
            <ac:spMk id="4" creationId="{6EBA4B90-176D-45B9-AB3F-55381CAA86D8}"/>
          </ac:spMkLst>
        </pc:spChg>
        <pc:spChg chg="add mod ord">
          <ac:chgData name="Skjsjhb Gao" userId="8fd01c8afb7d3e29" providerId="LiveId" clId="{82514F35-D531-4589-86F0-D389613514A3}" dt="2024-09-26T00:39:38.460" v="7268" actId="12"/>
          <ac:spMkLst>
            <pc:docMk/>
            <pc:sldMk cId="2406195689" sldId="281"/>
            <ac:spMk id="5" creationId="{45EBA76D-5B05-40DA-9542-3C2417273B7B}"/>
          </ac:spMkLst>
        </pc:spChg>
      </pc:sldChg>
      <pc:sldChg chg="new del">
        <pc:chgData name="Skjsjhb Gao" userId="8fd01c8afb7d3e29" providerId="LiveId" clId="{82514F35-D531-4589-86F0-D389613514A3}" dt="2024-09-26T00:30:37.635" v="6594" actId="2696"/>
        <pc:sldMkLst>
          <pc:docMk/>
          <pc:sldMk cId="3423436418" sldId="281"/>
        </pc:sldMkLst>
      </pc:sldChg>
      <pc:sldChg chg="addSp delSp modSp new del mod modClrScheme chgLayout">
        <pc:chgData name="Skjsjhb Gao" userId="8fd01c8afb7d3e29" providerId="LiveId" clId="{82514F35-D531-4589-86F0-D389613514A3}" dt="2024-09-26T00:27:34.443" v="6528" actId="47"/>
        <pc:sldMkLst>
          <pc:docMk/>
          <pc:sldMk cId="3606549915" sldId="281"/>
        </pc:sldMkLst>
        <pc:spChg chg="del mod ord">
          <ac:chgData name="Skjsjhb Gao" userId="8fd01c8afb7d3e29" providerId="LiveId" clId="{82514F35-D531-4589-86F0-D389613514A3}" dt="2024-09-26T00:23:52.323" v="6226" actId="700"/>
          <ac:spMkLst>
            <pc:docMk/>
            <pc:sldMk cId="3606549915" sldId="281"/>
            <ac:spMk id="2" creationId="{35698D5D-9127-46C8-A7DA-3EBF4C722C32}"/>
          </ac:spMkLst>
        </pc:spChg>
        <pc:spChg chg="del mod ord">
          <ac:chgData name="Skjsjhb Gao" userId="8fd01c8afb7d3e29" providerId="LiveId" clId="{82514F35-D531-4589-86F0-D389613514A3}" dt="2024-09-26T00:23:52.323" v="6226" actId="700"/>
          <ac:spMkLst>
            <pc:docMk/>
            <pc:sldMk cId="3606549915" sldId="281"/>
            <ac:spMk id="3" creationId="{6306EAB3-3FC3-4CE0-A450-5B731BF2CAB4}"/>
          </ac:spMkLst>
        </pc:spChg>
        <pc:spChg chg="add mod ord">
          <ac:chgData name="Skjsjhb Gao" userId="8fd01c8afb7d3e29" providerId="LiveId" clId="{82514F35-D531-4589-86F0-D389613514A3}" dt="2024-09-26T00:25:38.480" v="6519" actId="20577"/>
          <ac:spMkLst>
            <pc:docMk/>
            <pc:sldMk cId="3606549915" sldId="281"/>
            <ac:spMk id="4" creationId="{386C2ECF-46AD-4D62-81FC-C8BA960F6A67}"/>
          </ac:spMkLst>
        </pc:spChg>
        <pc:spChg chg="add mod ord">
          <ac:chgData name="Skjsjhb Gao" userId="8fd01c8afb7d3e29" providerId="LiveId" clId="{82514F35-D531-4589-86F0-D389613514A3}" dt="2024-09-26T00:25:49.699" v="6526" actId="20577"/>
          <ac:spMkLst>
            <pc:docMk/>
            <pc:sldMk cId="3606549915" sldId="281"/>
            <ac:spMk id="5" creationId="{551FCAD6-0826-4967-9778-01F9CFBBA970}"/>
          </ac:spMkLst>
        </pc:spChg>
      </pc:sldChg>
      <pc:sldChg chg="modSp new del mod">
        <pc:chgData name="Skjsjhb Gao" userId="8fd01c8afb7d3e29" providerId="LiveId" clId="{82514F35-D531-4589-86F0-D389613514A3}" dt="2024-09-26T00:27:35.292" v="6529" actId="47"/>
        <pc:sldMkLst>
          <pc:docMk/>
          <pc:sldMk cId="921209132" sldId="282"/>
        </pc:sldMkLst>
        <pc:spChg chg="mod">
          <ac:chgData name="Skjsjhb Gao" userId="8fd01c8afb7d3e29" providerId="LiveId" clId="{82514F35-D531-4589-86F0-D389613514A3}" dt="2024-09-26T00:24:38.279" v="6356" actId="20577"/>
          <ac:spMkLst>
            <pc:docMk/>
            <pc:sldMk cId="921209132" sldId="282"/>
            <ac:spMk id="2" creationId="{222E9842-2432-42B7-9332-7E60D07AEC98}"/>
          </ac:spMkLst>
        </pc:spChg>
        <pc:spChg chg="mod">
          <ac:chgData name="Skjsjhb Gao" userId="8fd01c8afb7d3e29" providerId="LiveId" clId="{82514F35-D531-4589-86F0-D389613514A3}" dt="2024-09-26T00:25:23.052" v="6486" actId="115"/>
          <ac:spMkLst>
            <pc:docMk/>
            <pc:sldMk cId="921209132" sldId="282"/>
            <ac:spMk id="3" creationId="{60E2E199-FA6D-4CA2-B154-CCCD31815E7B}"/>
          </ac:spMkLst>
        </pc:spChg>
      </pc:sldChg>
      <pc:sldChg chg="addSp delSp modSp new mod modClrScheme chgLayout">
        <pc:chgData name="Skjsjhb Gao" userId="8fd01c8afb7d3e29" providerId="LiveId" clId="{82514F35-D531-4589-86F0-D389613514A3}" dt="2024-09-26T00:41:27.020" v="7335" actId="20577"/>
        <pc:sldMkLst>
          <pc:docMk/>
          <pc:sldMk cId="2083329739" sldId="282"/>
        </pc:sldMkLst>
        <pc:spChg chg="del mod ord">
          <ac:chgData name="Skjsjhb Gao" userId="8fd01c8afb7d3e29" providerId="LiveId" clId="{82514F35-D531-4589-86F0-D389613514A3}" dt="2024-09-26T00:41:10.355" v="7271" actId="700"/>
          <ac:spMkLst>
            <pc:docMk/>
            <pc:sldMk cId="2083329739" sldId="282"/>
            <ac:spMk id="2" creationId="{3199B585-EE37-47F9-BAA5-1B1AA2E9A137}"/>
          </ac:spMkLst>
        </pc:spChg>
        <pc:spChg chg="del mod ord">
          <ac:chgData name="Skjsjhb Gao" userId="8fd01c8afb7d3e29" providerId="LiveId" clId="{82514F35-D531-4589-86F0-D389613514A3}" dt="2024-09-26T00:41:10.355" v="7271" actId="700"/>
          <ac:spMkLst>
            <pc:docMk/>
            <pc:sldMk cId="2083329739" sldId="282"/>
            <ac:spMk id="3" creationId="{415B55A7-D68A-449F-8819-08CB9E0CEC4F}"/>
          </ac:spMkLst>
        </pc:spChg>
        <pc:spChg chg="add mod ord">
          <ac:chgData name="Skjsjhb Gao" userId="8fd01c8afb7d3e29" providerId="LiveId" clId="{82514F35-D531-4589-86F0-D389613514A3}" dt="2024-09-26T00:41:13.486" v="7286" actId="20577"/>
          <ac:spMkLst>
            <pc:docMk/>
            <pc:sldMk cId="2083329739" sldId="282"/>
            <ac:spMk id="4" creationId="{B34CC38D-9F75-4B25-8184-2C1964BA49A3}"/>
          </ac:spMkLst>
        </pc:spChg>
        <pc:spChg chg="add mod ord">
          <ac:chgData name="Skjsjhb Gao" userId="8fd01c8afb7d3e29" providerId="LiveId" clId="{82514F35-D531-4589-86F0-D389613514A3}" dt="2024-09-26T00:41:27.020" v="7335" actId="20577"/>
          <ac:spMkLst>
            <pc:docMk/>
            <pc:sldMk cId="2083329739" sldId="282"/>
            <ac:spMk id="5" creationId="{09E3FC1E-1B8A-42DD-9249-BCE5B592EB96}"/>
          </ac:spMkLst>
        </pc:spChg>
      </pc:sldChg>
      <pc:sldChg chg="addSp delSp modSp new mod modClrScheme chgLayout">
        <pc:chgData name="Skjsjhb Gao" userId="8fd01c8afb7d3e29" providerId="LiveId" clId="{82514F35-D531-4589-86F0-D389613514A3}" dt="2024-09-26T00:42:08.564" v="7395" actId="20577"/>
        <pc:sldMkLst>
          <pc:docMk/>
          <pc:sldMk cId="1477596644" sldId="283"/>
        </pc:sldMkLst>
        <pc:spChg chg="del mod ord">
          <ac:chgData name="Skjsjhb Gao" userId="8fd01c8afb7d3e29" providerId="LiveId" clId="{82514F35-D531-4589-86F0-D389613514A3}" dt="2024-09-26T00:41:55.755" v="7337" actId="700"/>
          <ac:spMkLst>
            <pc:docMk/>
            <pc:sldMk cId="1477596644" sldId="283"/>
            <ac:spMk id="2" creationId="{92776781-489B-42E1-910C-EBAB41CE1E57}"/>
          </ac:spMkLst>
        </pc:spChg>
        <pc:spChg chg="del mod ord">
          <ac:chgData name="Skjsjhb Gao" userId="8fd01c8afb7d3e29" providerId="LiveId" clId="{82514F35-D531-4589-86F0-D389613514A3}" dt="2024-09-26T00:41:55.755" v="7337" actId="700"/>
          <ac:spMkLst>
            <pc:docMk/>
            <pc:sldMk cId="1477596644" sldId="283"/>
            <ac:spMk id="3" creationId="{62B0BA0E-F521-4535-AB49-5ACAC871A17C}"/>
          </ac:spMkLst>
        </pc:spChg>
        <pc:spChg chg="add mod ord">
          <ac:chgData name="Skjsjhb Gao" userId="8fd01c8afb7d3e29" providerId="LiveId" clId="{82514F35-D531-4589-86F0-D389613514A3}" dt="2024-09-26T00:42:01.822" v="7368" actId="20577"/>
          <ac:spMkLst>
            <pc:docMk/>
            <pc:sldMk cId="1477596644" sldId="283"/>
            <ac:spMk id="4" creationId="{A3E64FD6-F549-47AB-AD46-33B2696D41E6}"/>
          </ac:spMkLst>
        </pc:spChg>
        <pc:spChg chg="add mod ord">
          <ac:chgData name="Skjsjhb Gao" userId="8fd01c8afb7d3e29" providerId="LiveId" clId="{82514F35-D531-4589-86F0-D389613514A3}" dt="2024-09-26T00:42:08.564" v="7395" actId="20577"/>
          <ac:spMkLst>
            <pc:docMk/>
            <pc:sldMk cId="1477596644" sldId="283"/>
            <ac:spMk id="5" creationId="{15A6E774-2178-4448-8385-96F87B92A6C4}"/>
          </ac:spMkLst>
        </pc:spChg>
      </pc:sldChg>
      <pc:sldChg chg="addSp delSp modSp new mod modClrScheme chgLayout">
        <pc:chgData name="Skjsjhb Gao" userId="8fd01c8afb7d3e29" providerId="LiveId" clId="{82514F35-D531-4589-86F0-D389613514A3}" dt="2024-09-26T14:51:16.942" v="8439" actId="20577"/>
        <pc:sldMkLst>
          <pc:docMk/>
          <pc:sldMk cId="1134791328" sldId="284"/>
        </pc:sldMkLst>
        <pc:spChg chg="del mod ord">
          <ac:chgData name="Skjsjhb Gao" userId="8fd01c8afb7d3e29" providerId="LiveId" clId="{82514F35-D531-4589-86F0-D389613514A3}" dt="2024-09-26T00:42:21.770" v="7397" actId="700"/>
          <ac:spMkLst>
            <pc:docMk/>
            <pc:sldMk cId="1134791328" sldId="284"/>
            <ac:spMk id="2" creationId="{B6E927B7-0023-42DB-A674-E6CFBF016793}"/>
          </ac:spMkLst>
        </pc:spChg>
        <pc:spChg chg="del mod ord">
          <ac:chgData name="Skjsjhb Gao" userId="8fd01c8afb7d3e29" providerId="LiveId" clId="{82514F35-D531-4589-86F0-D389613514A3}" dt="2024-09-26T00:42:21.770" v="7397" actId="700"/>
          <ac:spMkLst>
            <pc:docMk/>
            <pc:sldMk cId="1134791328" sldId="284"/>
            <ac:spMk id="3" creationId="{6EE49C72-FD3C-42BB-9C19-411628CDA73A}"/>
          </ac:spMkLst>
        </pc:spChg>
        <pc:spChg chg="add mod ord">
          <ac:chgData name="Skjsjhb Gao" userId="8fd01c8afb7d3e29" providerId="LiveId" clId="{82514F35-D531-4589-86F0-D389613514A3}" dt="2024-09-26T00:42:25.310" v="7412" actId="20577"/>
          <ac:spMkLst>
            <pc:docMk/>
            <pc:sldMk cId="1134791328" sldId="284"/>
            <ac:spMk id="4" creationId="{9B8EF9BE-7F58-4897-9929-237CE8B6BAE6}"/>
          </ac:spMkLst>
        </pc:spChg>
        <pc:spChg chg="add mod ord">
          <ac:chgData name="Skjsjhb Gao" userId="8fd01c8afb7d3e29" providerId="LiveId" clId="{82514F35-D531-4589-86F0-D389613514A3}" dt="2024-09-26T14:51:16.942" v="8439" actId="20577"/>
          <ac:spMkLst>
            <pc:docMk/>
            <pc:sldMk cId="1134791328" sldId="284"/>
            <ac:spMk id="5" creationId="{CAF75E27-1BD2-4AAC-B3E9-8B5C8C755579}"/>
          </ac:spMkLst>
        </pc:spChg>
      </pc:sldChg>
      <pc:sldChg chg="modSp new mod">
        <pc:chgData name="Skjsjhb Gao" userId="8fd01c8afb7d3e29" providerId="LiveId" clId="{82514F35-D531-4589-86F0-D389613514A3}" dt="2024-09-26T03:28:19.913" v="7878" actId="20577"/>
        <pc:sldMkLst>
          <pc:docMk/>
          <pc:sldMk cId="1839888991" sldId="285"/>
        </pc:sldMkLst>
        <pc:spChg chg="mod">
          <ac:chgData name="Skjsjhb Gao" userId="8fd01c8afb7d3e29" providerId="LiveId" clId="{82514F35-D531-4589-86F0-D389613514A3}" dt="2024-09-26T03:26:57.888" v="7743" actId="20577"/>
          <ac:spMkLst>
            <pc:docMk/>
            <pc:sldMk cId="1839888991" sldId="285"/>
            <ac:spMk id="2" creationId="{FA3EBB4A-55C4-4D95-817A-A734CA804AC8}"/>
          </ac:spMkLst>
        </pc:spChg>
        <pc:spChg chg="mod">
          <ac:chgData name="Skjsjhb Gao" userId="8fd01c8afb7d3e29" providerId="LiveId" clId="{82514F35-D531-4589-86F0-D389613514A3}" dt="2024-09-26T03:28:19.913" v="7878" actId="20577"/>
          <ac:spMkLst>
            <pc:docMk/>
            <pc:sldMk cId="1839888991" sldId="285"/>
            <ac:spMk id="3" creationId="{C4AAE7EF-62CF-46FF-BFDC-59A6DB7A4F59}"/>
          </ac:spMkLst>
        </pc:spChg>
      </pc:sldChg>
      <pc:sldChg chg="modSp new mod">
        <pc:chgData name="Skjsjhb Gao" userId="8fd01c8afb7d3e29" providerId="LiveId" clId="{82514F35-D531-4589-86F0-D389613514A3}" dt="2024-09-26T03:34:12.830" v="8242" actId="20577"/>
        <pc:sldMkLst>
          <pc:docMk/>
          <pc:sldMk cId="2628926838" sldId="286"/>
        </pc:sldMkLst>
        <pc:spChg chg="mod">
          <ac:chgData name="Skjsjhb Gao" userId="8fd01c8afb7d3e29" providerId="LiveId" clId="{82514F35-D531-4589-86F0-D389613514A3}" dt="2024-09-26T03:30:50.468" v="7905" actId="20577"/>
          <ac:spMkLst>
            <pc:docMk/>
            <pc:sldMk cId="2628926838" sldId="286"/>
            <ac:spMk id="2" creationId="{B60B6697-F800-49F4-9A96-7264CC0D22E8}"/>
          </ac:spMkLst>
        </pc:spChg>
        <pc:spChg chg="mod">
          <ac:chgData name="Skjsjhb Gao" userId="8fd01c8afb7d3e29" providerId="LiveId" clId="{82514F35-D531-4589-86F0-D389613514A3}" dt="2024-09-26T03:34:12.830" v="8242" actId="20577"/>
          <ac:spMkLst>
            <pc:docMk/>
            <pc:sldMk cId="2628926838" sldId="286"/>
            <ac:spMk id="3" creationId="{3C9F5605-8EFC-49BC-B54D-2A88EF6EE580}"/>
          </ac:spMkLst>
        </pc:spChg>
      </pc:sldChg>
      <pc:sldChg chg="modSp new mod">
        <pc:chgData name="Skjsjhb Gao" userId="8fd01c8afb7d3e29" providerId="LiveId" clId="{82514F35-D531-4589-86F0-D389613514A3}" dt="2024-09-26T03:35:58.885" v="8409" actId="115"/>
        <pc:sldMkLst>
          <pc:docMk/>
          <pc:sldMk cId="1123813666" sldId="287"/>
        </pc:sldMkLst>
        <pc:spChg chg="mod">
          <ac:chgData name="Skjsjhb Gao" userId="8fd01c8afb7d3e29" providerId="LiveId" clId="{82514F35-D531-4589-86F0-D389613514A3}" dt="2024-09-26T03:35:07.083" v="8255" actId="20577"/>
          <ac:spMkLst>
            <pc:docMk/>
            <pc:sldMk cId="1123813666" sldId="287"/>
            <ac:spMk id="2" creationId="{2037530B-9157-4FA2-9B93-A39053795D9D}"/>
          </ac:spMkLst>
        </pc:spChg>
        <pc:spChg chg="mod">
          <ac:chgData name="Skjsjhb Gao" userId="8fd01c8afb7d3e29" providerId="LiveId" clId="{82514F35-D531-4589-86F0-D389613514A3}" dt="2024-09-26T03:35:58.885" v="8409" actId="115"/>
          <ac:spMkLst>
            <pc:docMk/>
            <pc:sldMk cId="1123813666" sldId="287"/>
            <ac:spMk id="3" creationId="{229904D9-25F3-45B1-999E-FA1CFE804367}"/>
          </ac:spMkLst>
        </pc:spChg>
      </pc:sldChg>
      <pc:sldMasterChg chg="setBg modSldLayout">
        <pc:chgData name="Skjsjhb Gao" userId="8fd01c8afb7d3e29" providerId="LiveId" clId="{82514F35-D531-4589-86F0-D389613514A3}" dt="2024-09-25T14:20:30.489" v="1295"/>
        <pc:sldMasterMkLst>
          <pc:docMk/>
          <pc:sldMasterMk cId="0" sldId="2147483648"/>
        </pc:sldMasterMkLst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59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60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63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64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65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67"/>
          </pc:sldLayoutMkLst>
        </pc:sldLayoutChg>
        <pc:sldLayoutChg chg="setBg">
          <pc:chgData name="Skjsjhb Gao" userId="8fd01c8afb7d3e29" providerId="LiveId" clId="{82514F35-D531-4589-86F0-D389613514A3}" dt="2024-09-25T14:20:30.489" v="1295"/>
          <pc:sldLayoutMkLst>
            <pc:docMk/>
            <pc:sldMasterMk cId="0" sldId="2147483648"/>
            <pc:sldLayoutMk cId="0" sldId="2147483668"/>
          </pc:sldLayoutMkLst>
        </pc:sldLayoutChg>
      </pc:sldMasterChg>
    </pc:docChg>
  </pc:docChgLst>
  <pc:docChgLst>
    <pc:chgData name="Ted Gao" userId="8fd01c8afb7d3e29" providerId="LiveId" clId="{1A4B173B-4C57-4DA4-9FD2-7A4DEB302737}"/>
    <pc:docChg chg="undo custSel addSld delSld modSld">
      <pc:chgData name="Ted Gao" userId="8fd01c8afb7d3e29" providerId="LiveId" clId="{1A4B173B-4C57-4DA4-9FD2-7A4DEB302737}" dt="2024-10-13T07:44:17.937" v="570" actId="47"/>
      <pc:docMkLst>
        <pc:docMk/>
      </pc:docMkLst>
      <pc:sldChg chg="modSp mod">
        <pc:chgData name="Ted Gao" userId="8fd01c8afb7d3e29" providerId="LiveId" clId="{1A4B173B-4C57-4DA4-9FD2-7A4DEB302737}" dt="2024-10-13T07:35:05.732" v="127" actId="115"/>
        <pc:sldMkLst>
          <pc:docMk/>
          <pc:sldMk cId="3300018503" sldId="257"/>
        </pc:sldMkLst>
        <pc:spChg chg="mod">
          <ac:chgData name="Ted Gao" userId="8fd01c8afb7d3e29" providerId="LiveId" clId="{1A4B173B-4C57-4DA4-9FD2-7A4DEB302737}" dt="2024-10-13T07:34:27.541" v="8" actId="20577"/>
          <ac:spMkLst>
            <pc:docMk/>
            <pc:sldMk cId="3300018503" sldId="257"/>
            <ac:spMk id="2" creationId="{9758E448-6AF3-4502-B440-926951CFED45}"/>
          </ac:spMkLst>
        </pc:spChg>
        <pc:spChg chg="mod">
          <ac:chgData name="Ted Gao" userId="8fd01c8afb7d3e29" providerId="LiveId" clId="{1A4B173B-4C57-4DA4-9FD2-7A4DEB302737}" dt="2024-10-13T07:35:05.732" v="127" actId="115"/>
          <ac:spMkLst>
            <pc:docMk/>
            <pc:sldMk cId="3300018503" sldId="257"/>
            <ac:spMk id="3" creationId="{EB1EAA3C-54B8-466F-B443-6DCE538B2591}"/>
          </ac:spMkLst>
        </pc:spChg>
      </pc:sldChg>
      <pc:sldChg chg="del">
        <pc:chgData name="Ted Gao" userId="8fd01c8afb7d3e29" providerId="LiveId" clId="{1A4B173B-4C57-4DA4-9FD2-7A4DEB302737}" dt="2024-10-13T07:35:32.302" v="128" actId="47"/>
        <pc:sldMkLst>
          <pc:docMk/>
          <pc:sldMk cId="435033039" sldId="259"/>
        </pc:sldMkLst>
      </pc:sldChg>
      <pc:sldChg chg="del">
        <pc:chgData name="Ted Gao" userId="8fd01c8afb7d3e29" providerId="LiveId" clId="{1A4B173B-4C57-4DA4-9FD2-7A4DEB302737}" dt="2024-10-13T07:35:33.382" v="129" actId="47"/>
        <pc:sldMkLst>
          <pc:docMk/>
          <pc:sldMk cId="846551766" sldId="260"/>
        </pc:sldMkLst>
      </pc:sldChg>
      <pc:sldChg chg="del">
        <pc:chgData name="Ted Gao" userId="8fd01c8afb7d3e29" providerId="LiveId" clId="{1A4B173B-4C57-4DA4-9FD2-7A4DEB302737}" dt="2024-10-13T07:35:34.896" v="130" actId="47"/>
        <pc:sldMkLst>
          <pc:docMk/>
          <pc:sldMk cId="1106890996" sldId="261"/>
        </pc:sldMkLst>
      </pc:sldChg>
      <pc:sldChg chg="del">
        <pc:chgData name="Ted Gao" userId="8fd01c8afb7d3e29" providerId="LiveId" clId="{1A4B173B-4C57-4DA4-9FD2-7A4DEB302737}" dt="2024-10-13T07:40:08.856" v="406" actId="47"/>
        <pc:sldMkLst>
          <pc:docMk/>
          <pc:sldMk cId="3558712064" sldId="263"/>
        </pc:sldMkLst>
      </pc:sldChg>
      <pc:sldChg chg="del">
        <pc:chgData name="Ted Gao" userId="8fd01c8afb7d3e29" providerId="LiveId" clId="{1A4B173B-4C57-4DA4-9FD2-7A4DEB302737}" dt="2024-10-13T07:40:09.673" v="407" actId="47"/>
        <pc:sldMkLst>
          <pc:docMk/>
          <pc:sldMk cId="1985470400" sldId="264"/>
        </pc:sldMkLst>
      </pc:sldChg>
      <pc:sldChg chg="del">
        <pc:chgData name="Ted Gao" userId="8fd01c8afb7d3e29" providerId="LiveId" clId="{1A4B173B-4C57-4DA4-9FD2-7A4DEB302737}" dt="2024-10-13T07:40:10.405" v="408" actId="47"/>
        <pc:sldMkLst>
          <pc:docMk/>
          <pc:sldMk cId="1987470996" sldId="265"/>
        </pc:sldMkLst>
      </pc:sldChg>
      <pc:sldChg chg="modSp mod">
        <pc:chgData name="Ted Gao" userId="8fd01c8afb7d3e29" providerId="LiveId" clId="{1A4B173B-4C57-4DA4-9FD2-7A4DEB302737}" dt="2024-10-13T07:40:46.713" v="448" actId="20577"/>
        <pc:sldMkLst>
          <pc:docMk/>
          <pc:sldMk cId="3370884491" sldId="266"/>
        </pc:sldMkLst>
        <pc:spChg chg="mod">
          <ac:chgData name="Ted Gao" userId="8fd01c8afb7d3e29" providerId="LiveId" clId="{1A4B173B-4C57-4DA4-9FD2-7A4DEB302737}" dt="2024-10-13T07:40:43.806" v="443" actId="20577"/>
          <ac:spMkLst>
            <pc:docMk/>
            <pc:sldMk cId="3370884491" sldId="266"/>
            <ac:spMk id="2" creationId="{2339FD7E-0E19-4A81-95F0-C56DCA1AA684}"/>
          </ac:spMkLst>
        </pc:spChg>
        <pc:spChg chg="mod">
          <ac:chgData name="Ted Gao" userId="8fd01c8afb7d3e29" providerId="LiveId" clId="{1A4B173B-4C57-4DA4-9FD2-7A4DEB302737}" dt="2024-10-13T07:40:46.713" v="448" actId="20577"/>
          <ac:spMkLst>
            <pc:docMk/>
            <pc:sldMk cId="3370884491" sldId="266"/>
            <ac:spMk id="3" creationId="{713B4866-3F4B-4AA9-897E-37BF29D7B668}"/>
          </ac:spMkLst>
        </pc:spChg>
      </pc:sldChg>
      <pc:sldChg chg="del">
        <pc:chgData name="Ted Gao" userId="8fd01c8afb7d3e29" providerId="LiveId" clId="{1A4B173B-4C57-4DA4-9FD2-7A4DEB302737}" dt="2024-10-13T07:40:15.238" v="409" actId="47"/>
        <pc:sldMkLst>
          <pc:docMk/>
          <pc:sldMk cId="248883855" sldId="267"/>
        </pc:sldMkLst>
      </pc:sldChg>
      <pc:sldChg chg="add del">
        <pc:chgData name="Ted Gao" userId="8fd01c8afb7d3e29" providerId="LiveId" clId="{1A4B173B-4C57-4DA4-9FD2-7A4DEB302737}" dt="2024-10-13T07:40:21.883" v="412" actId="47"/>
        <pc:sldMkLst>
          <pc:docMk/>
          <pc:sldMk cId="3317013179" sldId="268"/>
        </pc:sldMkLst>
      </pc:sldChg>
      <pc:sldChg chg="del">
        <pc:chgData name="Ted Gao" userId="8fd01c8afb7d3e29" providerId="LiveId" clId="{1A4B173B-4C57-4DA4-9FD2-7A4DEB302737}" dt="2024-10-13T07:40:24.166" v="415" actId="47"/>
        <pc:sldMkLst>
          <pc:docMk/>
          <pc:sldMk cId="3201626050" sldId="269"/>
        </pc:sldMkLst>
      </pc:sldChg>
      <pc:sldChg chg="del">
        <pc:chgData name="Ted Gao" userId="8fd01c8afb7d3e29" providerId="LiveId" clId="{1A4B173B-4C57-4DA4-9FD2-7A4DEB302737}" dt="2024-10-13T07:40:23.336" v="414" actId="47"/>
        <pc:sldMkLst>
          <pc:docMk/>
          <pc:sldMk cId="3358541368" sldId="270"/>
        </pc:sldMkLst>
      </pc:sldChg>
      <pc:sldChg chg="del">
        <pc:chgData name="Ted Gao" userId="8fd01c8afb7d3e29" providerId="LiveId" clId="{1A4B173B-4C57-4DA4-9FD2-7A4DEB302737}" dt="2024-10-13T07:40:25.103" v="416" actId="47"/>
        <pc:sldMkLst>
          <pc:docMk/>
          <pc:sldMk cId="2281635846" sldId="271"/>
        </pc:sldMkLst>
      </pc:sldChg>
      <pc:sldChg chg="modSp mod">
        <pc:chgData name="Ted Gao" userId="8fd01c8afb7d3e29" providerId="LiveId" clId="{1A4B173B-4C57-4DA4-9FD2-7A4DEB302737}" dt="2024-10-13T07:41:36.357" v="499" actId="20577"/>
        <pc:sldMkLst>
          <pc:docMk/>
          <pc:sldMk cId="2723722801" sldId="272"/>
        </pc:sldMkLst>
        <pc:spChg chg="mod">
          <ac:chgData name="Ted Gao" userId="8fd01c8afb7d3e29" providerId="LiveId" clId="{1A4B173B-4C57-4DA4-9FD2-7A4DEB302737}" dt="2024-10-13T07:41:28.316" v="479" actId="20577"/>
          <ac:spMkLst>
            <pc:docMk/>
            <pc:sldMk cId="2723722801" sldId="272"/>
            <ac:spMk id="4" creationId="{5D795068-0FEA-4F4A-A618-9CEC4447588A}"/>
          </ac:spMkLst>
        </pc:spChg>
        <pc:spChg chg="mod">
          <ac:chgData name="Ted Gao" userId="8fd01c8afb7d3e29" providerId="LiveId" clId="{1A4B173B-4C57-4DA4-9FD2-7A4DEB302737}" dt="2024-10-13T07:41:36.357" v="499" actId="20577"/>
          <ac:spMkLst>
            <pc:docMk/>
            <pc:sldMk cId="2723722801" sldId="272"/>
            <ac:spMk id="5" creationId="{5096CACB-EE8E-4734-92E7-DC00778940BC}"/>
          </ac:spMkLst>
        </pc:spChg>
      </pc:sldChg>
      <pc:sldChg chg="del">
        <pc:chgData name="Ted Gao" userId="8fd01c8afb7d3e29" providerId="LiveId" clId="{1A4B173B-4C57-4DA4-9FD2-7A4DEB302737}" dt="2024-10-13T07:41:43.428" v="500" actId="47"/>
        <pc:sldMkLst>
          <pc:docMk/>
          <pc:sldMk cId="850152021" sldId="273"/>
        </pc:sldMkLst>
      </pc:sldChg>
      <pc:sldChg chg="del">
        <pc:chgData name="Ted Gao" userId="8fd01c8afb7d3e29" providerId="LiveId" clId="{1A4B173B-4C57-4DA4-9FD2-7A4DEB302737}" dt="2024-10-13T07:41:43.966" v="501" actId="47"/>
        <pc:sldMkLst>
          <pc:docMk/>
          <pc:sldMk cId="2066233307" sldId="274"/>
        </pc:sldMkLst>
      </pc:sldChg>
      <pc:sldChg chg="del">
        <pc:chgData name="Ted Gao" userId="8fd01c8afb7d3e29" providerId="LiveId" clId="{1A4B173B-4C57-4DA4-9FD2-7A4DEB302737}" dt="2024-10-13T07:41:44.890" v="502" actId="47"/>
        <pc:sldMkLst>
          <pc:docMk/>
          <pc:sldMk cId="3266208384" sldId="275"/>
        </pc:sldMkLst>
      </pc:sldChg>
      <pc:sldChg chg="del">
        <pc:chgData name="Ted Gao" userId="8fd01c8afb7d3e29" providerId="LiveId" clId="{1A4B173B-4C57-4DA4-9FD2-7A4DEB302737}" dt="2024-10-13T07:41:45.912" v="503" actId="47"/>
        <pc:sldMkLst>
          <pc:docMk/>
          <pc:sldMk cId="4161538866" sldId="276"/>
        </pc:sldMkLst>
      </pc:sldChg>
      <pc:sldChg chg="modSp mod">
        <pc:chgData name="Ted Gao" userId="8fd01c8afb7d3e29" providerId="LiveId" clId="{1A4B173B-4C57-4DA4-9FD2-7A4DEB302737}" dt="2024-10-13T07:44:07.225" v="566" actId="20577"/>
        <pc:sldMkLst>
          <pc:docMk/>
          <pc:sldMk cId="2841478067" sldId="277"/>
        </pc:sldMkLst>
        <pc:spChg chg="mod">
          <ac:chgData name="Ted Gao" userId="8fd01c8afb7d3e29" providerId="LiveId" clId="{1A4B173B-4C57-4DA4-9FD2-7A4DEB302737}" dt="2024-10-13T07:43:56.841" v="543"/>
          <ac:spMkLst>
            <pc:docMk/>
            <pc:sldMk cId="2841478067" sldId="277"/>
            <ac:spMk id="4" creationId="{0893731D-8A4A-45BC-9E6F-84C462CF9414}"/>
          </ac:spMkLst>
        </pc:spChg>
        <pc:spChg chg="mod">
          <ac:chgData name="Ted Gao" userId="8fd01c8afb7d3e29" providerId="LiveId" clId="{1A4B173B-4C57-4DA4-9FD2-7A4DEB302737}" dt="2024-10-13T07:44:07.225" v="566" actId="20577"/>
          <ac:spMkLst>
            <pc:docMk/>
            <pc:sldMk cId="2841478067" sldId="277"/>
            <ac:spMk id="5" creationId="{A71204B2-FFD0-4476-B3FA-88BCEDF007B6}"/>
          </ac:spMkLst>
        </pc:spChg>
      </pc:sldChg>
      <pc:sldChg chg="del">
        <pc:chgData name="Ted Gao" userId="8fd01c8afb7d3e29" providerId="LiveId" clId="{1A4B173B-4C57-4DA4-9FD2-7A4DEB302737}" dt="2024-10-13T07:44:13.627" v="567" actId="47"/>
        <pc:sldMkLst>
          <pc:docMk/>
          <pc:sldMk cId="2516500050" sldId="278"/>
        </pc:sldMkLst>
      </pc:sldChg>
      <pc:sldChg chg="del">
        <pc:chgData name="Ted Gao" userId="8fd01c8afb7d3e29" providerId="LiveId" clId="{1A4B173B-4C57-4DA4-9FD2-7A4DEB302737}" dt="2024-10-13T07:44:14.326" v="568" actId="47"/>
        <pc:sldMkLst>
          <pc:docMk/>
          <pc:sldMk cId="4039686932" sldId="279"/>
        </pc:sldMkLst>
      </pc:sldChg>
      <pc:sldChg chg="del">
        <pc:chgData name="Ted Gao" userId="8fd01c8afb7d3e29" providerId="LiveId" clId="{1A4B173B-4C57-4DA4-9FD2-7A4DEB302737}" dt="2024-10-13T07:44:17.417" v="569" actId="47"/>
        <pc:sldMkLst>
          <pc:docMk/>
          <pc:sldMk cId="2998459238" sldId="280"/>
        </pc:sldMkLst>
      </pc:sldChg>
      <pc:sldChg chg="del">
        <pc:chgData name="Ted Gao" userId="8fd01c8afb7d3e29" providerId="LiveId" clId="{1A4B173B-4C57-4DA4-9FD2-7A4DEB302737}" dt="2024-10-13T07:44:17.937" v="570" actId="47"/>
        <pc:sldMkLst>
          <pc:docMk/>
          <pc:sldMk cId="2406195689" sldId="281"/>
        </pc:sldMkLst>
      </pc:sldChg>
      <pc:sldChg chg="del">
        <pc:chgData name="Ted Gao" userId="8fd01c8afb7d3e29" providerId="LiveId" clId="{1A4B173B-4C57-4DA4-9FD2-7A4DEB302737}" dt="2024-10-13T07:34:03.144" v="0" actId="47"/>
        <pc:sldMkLst>
          <pc:docMk/>
          <pc:sldMk cId="1477596644" sldId="283"/>
        </pc:sldMkLst>
      </pc:sldChg>
      <pc:sldChg chg="del">
        <pc:chgData name="Ted Gao" userId="8fd01c8afb7d3e29" providerId="LiveId" clId="{1A4B173B-4C57-4DA4-9FD2-7A4DEB302737}" dt="2024-10-13T07:34:03.731" v="1" actId="47"/>
        <pc:sldMkLst>
          <pc:docMk/>
          <pc:sldMk cId="1134791328" sldId="284"/>
        </pc:sldMkLst>
      </pc:sldChg>
      <pc:sldChg chg="modSp mod">
        <pc:chgData name="Ted Gao" userId="8fd01c8afb7d3e29" providerId="LiveId" clId="{1A4B173B-4C57-4DA4-9FD2-7A4DEB302737}" dt="2024-10-13T07:37:09.526" v="405" actId="20577"/>
        <pc:sldMkLst>
          <pc:docMk/>
          <pc:sldMk cId="1839888991" sldId="285"/>
        </pc:sldMkLst>
        <pc:spChg chg="mod">
          <ac:chgData name="Ted Gao" userId="8fd01c8afb7d3e29" providerId="LiveId" clId="{1A4B173B-4C57-4DA4-9FD2-7A4DEB302737}" dt="2024-10-13T07:35:44.711" v="153" actId="20577"/>
          <ac:spMkLst>
            <pc:docMk/>
            <pc:sldMk cId="1839888991" sldId="285"/>
            <ac:spMk id="2" creationId="{FA3EBB4A-55C4-4D95-817A-A734CA804AC8}"/>
          </ac:spMkLst>
        </pc:spChg>
        <pc:spChg chg="mod">
          <ac:chgData name="Ted Gao" userId="8fd01c8afb7d3e29" providerId="LiveId" clId="{1A4B173B-4C57-4DA4-9FD2-7A4DEB302737}" dt="2024-10-13T07:37:09.526" v="405" actId="20577"/>
          <ac:spMkLst>
            <pc:docMk/>
            <pc:sldMk cId="1839888991" sldId="285"/>
            <ac:spMk id="3" creationId="{C4AAE7EF-62CF-46FF-BFDC-59A6DB7A4F59}"/>
          </ac:spMkLst>
        </pc:spChg>
      </pc:sldChg>
      <pc:sldChg chg="del">
        <pc:chgData name="Ted Gao" userId="8fd01c8afb7d3e29" providerId="LiveId" clId="{1A4B173B-4C57-4DA4-9FD2-7A4DEB302737}" dt="2024-10-13T07:35:36.748" v="131" actId="47"/>
        <pc:sldMkLst>
          <pc:docMk/>
          <pc:sldMk cId="2628926838" sldId="286"/>
        </pc:sldMkLst>
      </pc:sldChg>
      <pc:sldChg chg="del">
        <pc:chgData name="Ted Gao" userId="8fd01c8afb7d3e29" providerId="LiveId" clId="{1A4B173B-4C57-4DA4-9FD2-7A4DEB302737}" dt="2024-10-13T07:35:37.265" v="132" actId="47"/>
        <pc:sldMkLst>
          <pc:docMk/>
          <pc:sldMk cId="1123813666" sldId="287"/>
        </pc:sldMkLst>
      </pc:sldChg>
      <pc:sldChg chg="del">
        <pc:chgData name="Ted Gao" userId="8fd01c8afb7d3e29" providerId="LiveId" clId="{1A4B173B-4C57-4DA4-9FD2-7A4DEB302737}" dt="2024-10-13T07:40:22.487" v="413" actId="47"/>
        <pc:sldMkLst>
          <pc:docMk/>
          <pc:sldMk cId="1753759501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F7D356-EC5C-410F-B510-9A05CC4FD640}" type="datetimeFigureOut">
              <a:rPr lang="zh-CN" altLang="en-US" smtClean="0"/>
              <a:t>2024/11/13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A0F7F-E905-4871-8598-8EE345A091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43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CC14A1-DAC4-400E-8395-2C6925BD24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Be Prepared</a:t>
            </a:r>
            <a:endParaRPr lang="zh-CN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189B73-4CE0-43FC-A072-4BEAE61970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《</a:t>
            </a:r>
            <a:r>
              <a:rPr lang="zh-CN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计算系统概论 </a:t>
            </a:r>
            <a:r>
              <a:rPr lang="en-US" altLang="zh-CN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A》</a:t>
            </a:r>
            <a:r>
              <a:rPr lang="zh-CN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期中考试复习</a:t>
            </a:r>
            <a:endParaRPr lang="en-US" altLang="zh-CN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endParaRPr lang="en-US" altLang="zh-CN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CN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高浚潇</a:t>
            </a:r>
          </a:p>
        </p:txBody>
      </p:sp>
    </p:spTree>
    <p:extLst>
      <p:ext uri="{BB962C8B-B14F-4D97-AF65-F5344CB8AC3E}">
        <p14:creationId xmlns:p14="http://schemas.microsoft.com/office/powerpoint/2010/main" val="1802317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28D2764-0BA2-4D10-9BA6-9921BD9D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1P</a:t>
            </a:r>
            <a:br>
              <a:rPr lang="en-US" altLang="zh-CN" dirty="0"/>
            </a:br>
            <a:r>
              <a:rPr lang="zh-CN" altLang="en-US" dirty="0"/>
              <a:t>概要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3686C2-1883-44A9-8FEC-6C095E746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Exam Summary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936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8E448-6AF3-4502-B440-926951CF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考试信息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1EAA3C-54B8-466F-B443-6DCE538B2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JetBrains Mono" panose="02000009000000000000" pitchFamily="49" charset="0"/>
              </a:rPr>
              <a:t>2024/11/23</a:t>
            </a:r>
            <a:r>
              <a:rPr lang="zh-CN" altLang="en-US" dirty="0">
                <a:cs typeface="JetBrains Mono" panose="02000009000000000000" pitchFamily="49" charset="0"/>
              </a:rPr>
              <a:t>，</a:t>
            </a:r>
            <a:r>
              <a:rPr lang="en-US" altLang="zh-CN" dirty="0">
                <a:cs typeface="JetBrains Mono" panose="02000009000000000000" pitchFamily="49" charset="0"/>
              </a:rPr>
              <a:t>14:00~16:00</a:t>
            </a:r>
            <a:r>
              <a:rPr lang="zh-CN" altLang="en-US" dirty="0">
                <a:cs typeface="JetBrains Mono" panose="02000009000000000000" pitchFamily="49" charset="0"/>
              </a:rPr>
              <a:t>（</a:t>
            </a:r>
            <a:r>
              <a:rPr lang="en-US" altLang="zh-CN" dirty="0">
                <a:cs typeface="JetBrains Mono" panose="02000009000000000000" pitchFamily="49" charset="0"/>
              </a:rPr>
              <a:t>120 </a:t>
            </a:r>
            <a:r>
              <a:rPr lang="zh-CN" altLang="en-US" dirty="0">
                <a:cs typeface="JetBrains Mono" panose="02000009000000000000" pitchFamily="49" charset="0"/>
              </a:rPr>
              <a:t>分钟）（预计）</a:t>
            </a:r>
            <a:endParaRPr lang="en-US" altLang="zh-CN" dirty="0">
              <a:cs typeface="JetBrains Mono" panose="02000009000000000000" pitchFamily="49" charset="0"/>
            </a:endParaRPr>
          </a:p>
          <a:p>
            <a:r>
              <a:rPr lang="zh-CN" altLang="en-US" dirty="0">
                <a:cs typeface="JetBrains Mono" panose="02000009000000000000" pitchFamily="49" charset="0"/>
              </a:rPr>
              <a:t>开卷考试（不能携带电子</a:t>
            </a:r>
            <a:r>
              <a:rPr lang="zh-CN" altLang="en-US">
                <a:cs typeface="JetBrains Mono" panose="02000009000000000000" pitchFamily="49" charset="0"/>
              </a:rPr>
              <a:t>产品）</a:t>
            </a:r>
            <a:endParaRPr lang="en-US" altLang="zh-CN" dirty="0">
              <a:cs typeface="JetBrains Mono" panose="02000009000000000000" pitchFamily="49" charset="0"/>
            </a:endParaRPr>
          </a:p>
          <a:p>
            <a:r>
              <a:rPr lang="zh-CN" altLang="en-US" dirty="0">
                <a:cs typeface="JetBrains Mono" panose="02000009000000000000" pitchFamily="49" charset="0"/>
              </a:rPr>
              <a:t>考试范围：</a:t>
            </a:r>
            <a:r>
              <a:rPr lang="en-US" altLang="zh-CN" dirty="0">
                <a:cs typeface="JetBrains Mono" panose="02000009000000000000" pitchFamily="49" charset="0"/>
              </a:rPr>
              <a:t>1~7 </a:t>
            </a:r>
            <a:r>
              <a:rPr lang="zh-CN" altLang="en-US" dirty="0">
                <a:cs typeface="JetBrains Mono" panose="02000009000000000000" pitchFamily="49" charset="0"/>
              </a:rPr>
              <a:t>章（补码运算、逻辑门、状态机、指令细节、汇编语言）</a:t>
            </a:r>
            <a:endParaRPr lang="en-US" altLang="zh-CN" dirty="0">
              <a:cs typeface="JetBrains Mono" panose="02000009000000000000" pitchFamily="49" charset="0"/>
            </a:endParaRPr>
          </a:p>
          <a:p>
            <a:r>
              <a:rPr lang="zh-CN" altLang="en-US" dirty="0">
                <a:cs typeface="JetBrains Mono" panose="02000009000000000000" pitchFamily="49" charset="0"/>
              </a:rPr>
              <a:t>试卷为英文，语言问题可进行提问，</a:t>
            </a:r>
            <a:r>
              <a:rPr lang="zh-CN" altLang="en-US" b="1" u="sng" dirty="0">
                <a:cs typeface="JetBrains Mono" panose="02000009000000000000" pitchFamily="49" charset="0"/>
              </a:rPr>
              <a:t>提前准备词汇表</a:t>
            </a:r>
            <a:endParaRPr lang="en-US" altLang="zh-CN" b="1" u="sng" dirty="0">
              <a:cs typeface="JetBrains Mono" panose="02000009000000000000" pitchFamily="49" charset="0"/>
            </a:endParaRPr>
          </a:p>
          <a:p>
            <a:r>
              <a:rPr lang="zh-CN" altLang="en-US" b="1" u="sng" dirty="0">
                <a:cs typeface="JetBrains Mono" panose="02000009000000000000" pitchFamily="49" charset="0"/>
              </a:rPr>
              <a:t>题量较多，难度较大 </a:t>
            </a:r>
            <a:r>
              <a:rPr lang="en-US" altLang="zh-CN" b="1" u="sng" dirty="0">
                <a:cs typeface="JetBrains Mono" panose="02000009000000000000" pitchFamily="49" charset="0"/>
              </a:rPr>
              <a:t>—— </a:t>
            </a:r>
            <a:r>
              <a:rPr lang="zh-CN" altLang="en-US" b="1" u="sng" dirty="0">
                <a:cs typeface="JetBrains Mono" panose="02000009000000000000" pitchFamily="49" charset="0"/>
              </a:rPr>
              <a:t>有选择地做题</a:t>
            </a:r>
            <a:endParaRPr lang="en-US" altLang="zh-CN" b="1" u="sng" dirty="0"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018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E75A0A-43AA-49A5-ADD3-93901688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题型分布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4FD92D-A73D-3970-5087-6873EC294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每年的题型都相对固定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诚信考试协议书（</a:t>
            </a:r>
            <a:r>
              <a:rPr lang="en-US" altLang="zh-CN" dirty="0"/>
              <a:t>1</a:t>
            </a:r>
            <a:r>
              <a:rPr lang="zh-CN" altLang="en-US" dirty="0"/>
              <a:t> 分）</a:t>
            </a:r>
            <a:r>
              <a:rPr lang="zh-CN" altLang="en-US" b="1" u="sng" dirty="0"/>
              <a:t>不要漏填</a:t>
            </a:r>
            <a:endParaRPr lang="en-US" altLang="zh-CN" b="1" u="sng" dirty="0"/>
          </a:p>
          <a:p>
            <a:r>
              <a:rPr lang="en-US" altLang="zh-CN" dirty="0"/>
              <a:t>A </a:t>
            </a:r>
            <a:r>
              <a:rPr lang="zh-CN" altLang="en-US" dirty="0"/>
              <a:t>部分：简答题</a:t>
            </a:r>
            <a:endParaRPr lang="en-US" altLang="zh-CN" dirty="0"/>
          </a:p>
          <a:p>
            <a:r>
              <a:rPr lang="en-US" altLang="zh-CN" dirty="0"/>
              <a:t>B </a:t>
            </a:r>
            <a:r>
              <a:rPr lang="zh-CN" altLang="en-US" dirty="0"/>
              <a:t>部分：数字逻辑电路</a:t>
            </a:r>
            <a:endParaRPr lang="en-US" altLang="zh-CN" dirty="0"/>
          </a:p>
          <a:p>
            <a:r>
              <a:rPr lang="en-US" altLang="zh-CN" dirty="0"/>
              <a:t>C </a:t>
            </a:r>
            <a:r>
              <a:rPr lang="zh-CN" altLang="en-US" dirty="0"/>
              <a:t>部分：架构和状态推理</a:t>
            </a:r>
            <a:endParaRPr lang="en-US" altLang="zh-CN" dirty="0"/>
          </a:p>
          <a:p>
            <a:r>
              <a:rPr lang="en-US" altLang="zh-CN" dirty="0"/>
              <a:t>D </a:t>
            </a:r>
            <a:r>
              <a:rPr lang="zh-CN" altLang="en-US" dirty="0"/>
              <a:t>部分：程序分析</a:t>
            </a:r>
            <a:endParaRPr lang="en-US" altLang="zh-CN" dirty="0"/>
          </a:p>
          <a:p>
            <a:r>
              <a:rPr lang="zh-CN" altLang="en-US"/>
              <a:t>分数分布大致平均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72349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355CF5-6243-F040-6836-1620DA473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复习方法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B2FE00-9AB6-7E5F-6687-8164ACE53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注重基本知识点</a:t>
            </a:r>
            <a:endParaRPr lang="en-US" altLang="zh-CN" dirty="0"/>
          </a:p>
          <a:p>
            <a:r>
              <a:rPr lang="zh-CN" altLang="en-US" dirty="0"/>
              <a:t>结合 </a:t>
            </a:r>
            <a:r>
              <a:rPr lang="en-US" altLang="zh-CN" dirty="0"/>
              <a:t>PPT </a:t>
            </a:r>
            <a:r>
              <a:rPr lang="zh-CN" altLang="en-US" dirty="0"/>
              <a:t>和课本理解</a:t>
            </a:r>
            <a:endParaRPr lang="en-US" altLang="zh-CN" dirty="0"/>
          </a:p>
          <a:p>
            <a:r>
              <a:rPr lang="zh-CN" altLang="en-US" dirty="0"/>
              <a:t>提前打印资料</a:t>
            </a:r>
            <a:endParaRPr lang="en-US" altLang="zh-CN" dirty="0"/>
          </a:p>
          <a:p>
            <a:r>
              <a:rPr lang="zh-CN" altLang="en-US" dirty="0"/>
              <a:t>作业是重要的题型参考 </a:t>
            </a:r>
          </a:p>
        </p:txBody>
      </p:sp>
    </p:spTree>
    <p:extLst>
      <p:ext uri="{BB962C8B-B14F-4D97-AF65-F5344CB8AC3E}">
        <p14:creationId xmlns:p14="http://schemas.microsoft.com/office/powerpoint/2010/main" val="3984931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28D2764-0BA2-4D10-9BA6-9921BD9D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2P</a:t>
            </a:r>
            <a:br>
              <a:rPr lang="en-US" altLang="zh-CN" dirty="0"/>
            </a:br>
            <a:r>
              <a:rPr lang="zh-CN" altLang="en-US" dirty="0"/>
              <a:t>考点考法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3686C2-1883-44A9-8FEC-6C095E746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Exam Plan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9937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D372477-F96F-8452-719C-8B698F72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</a:t>
            </a:r>
            <a:r>
              <a:rPr lang="zh-CN" altLang="en-US" dirty="0"/>
              <a:t>部分：整数表示和运算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C45FABC-E003-AF98-DE92-BCCB74A1B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十六进制补码计算 </a:t>
            </a:r>
            <a:r>
              <a:rPr lang="en-US" altLang="zh-CN" dirty="0"/>
              <a:t>—— </a:t>
            </a:r>
            <a:r>
              <a:rPr lang="zh-CN" altLang="en-US" dirty="0"/>
              <a:t>直接计算，注意进位，观察是否有位数限制，</a:t>
            </a:r>
            <a:r>
              <a:rPr lang="zh-CN" altLang="en-US" b="1" u="sng" dirty="0"/>
              <a:t>可能有溢出</a:t>
            </a:r>
            <a:endParaRPr lang="en-US" altLang="zh-CN" b="1" u="sng" dirty="0"/>
          </a:p>
          <a:p>
            <a:r>
              <a:rPr lang="zh-CN" altLang="en-US" dirty="0"/>
              <a:t>补码与原码转换 </a:t>
            </a:r>
            <a:r>
              <a:rPr lang="en-US" altLang="zh-CN" dirty="0"/>
              <a:t>—— </a:t>
            </a:r>
            <a:r>
              <a:rPr lang="zh-CN" altLang="en-US" dirty="0"/>
              <a:t>负变正不变，符号看左边，加一查两遍，</a:t>
            </a:r>
            <a:r>
              <a:rPr lang="zh-CN" altLang="en-US" b="1" u="sng" dirty="0"/>
              <a:t>不要算错</a:t>
            </a:r>
            <a:endParaRPr lang="en-US" altLang="zh-CN" b="1" u="sng" dirty="0"/>
          </a:p>
          <a:p>
            <a:r>
              <a:rPr lang="zh-CN" altLang="en-US" dirty="0"/>
              <a:t>补码的表示范围</a:t>
            </a:r>
            <a:r>
              <a:rPr lang="en-US" altLang="zh-CN" dirty="0"/>
              <a:t> —— </a:t>
            </a:r>
            <a:r>
              <a:rPr lang="zh-CN" altLang="en-US" dirty="0"/>
              <a:t>套公式，注意是否有符号</a:t>
            </a:r>
            <a:endParaRPr lang="en-US" altLang="zh-CN" dirty="0"/>
          </a:p>
          <a:p>
            <a:r>
              <a:rPr lang="zh-CN" altLang="en-US" dirty="0"/>
              <a:t>补码计算的溢出处理 </a:t>
            </a:r>
            <a:r>
              <a:rPr lang="en-US" altLang="zh-CN" dirty="0"/>
              <a:t>—— </a:t>
            </a:r>
            <a:r>
              <a:rPr lang="zh-CN" altLang="en-US" dirty="0"/>
              <a:t>本质是模运算，把握检测方法，</a:t>
            </a:r>
            <a:r>
              <a:rPr lang="zh-CN" altLang="en-US" b="1" u="sng" dirty="0"/>
              <a:t>可能考察证明题（难度较大）</a:t>
            </a:r>
          </a:p>
        </p:txBody>
      </p:sp>
    </p:spTree>
    <p:extLst>
      <p:ext uri="{BB962C8B-B14F-4D97-AF65-F5344CB8AC3E}">
        <p14:creationId xmlns:p14="http://schemas.microsoft.com/office/powerpoint/2010/main" val="2299778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C6009-862C-DFE2-481F-75FEB8AB4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</a:t>
            </a:r>
            <a:r>
              <a:rPr lang="zh-CN" altLang="en-US" dirty="0"/>
              <a:t>部分：小数表示和运算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032F85-85B7-46D4-5221-A63D1B5C6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32 </a:t>
            </a:r>
            <a:r>
              <a:rPr lang="zh-CN" altLang="en-US" dirty="0"/>
              <a:t>位浮点数与十进制小数转换 </a:t>
            </a:r>
            <a:r>
              <a:rPr lang="en-US" altLang="zh-CN" dirty="0"/>
              <a:t>—— </a:t>
            </a:r>
            <a:r>
              <a:rPr lang="zh-CN" altLang="en-US" dirty="0"/>
              <a:t>套公式，级数分解，数清位数，</a:t>
            </a:r>
            <a:r>
              <a:rPr lang="zh-CN" altLang="en-US" b="1" u="sng" dirty="0"/>
              <a:t>可能不能准确表示</a:t>
            </a:r>
            <a:endParaRPr lang="en-US" altLang="zh-CN" b="1" u="sng" dirty="0"/>
          </a:p>
          <a:p>
            <a:r>
              <a:rPr lang="en-US" altLang="zh-CN" dirty="0"/>
              <a:t>32 </a:t>
            </a:r>
            <a:r>
              <a:rPr lang="zh-CN" altLang="en-US" dirty="0"/>
              <a:t>位浮点数运算 </a:t>
            </a:r>
            <a:r>
              <a:rPr lang="en-US" altLang="zh-CN" dirty="0"/>
              <a:t>—— </a:t>
            </a:r>
            <a:r>
              <a:rPr lang="zh-CN" altLang="en-US" dirty="0"/>
              <a:t>转换为十进制小数运算</a:t>
            </a:r>
            <a:endParaRPr lang="en-US" altLang="zh-CN" dirty="0"/>
          </a:p>
          <a:p>
            <a:r>
              <a:rPr lang="zh-CN" altLang="en-US" dirty="0"/>
              <a:t>非 </a:t>
            </a:r>
            <a:r>
              <a:rPr lang="en-US" altLang="zh-CN" dirty="0"/>
              <a:t>32 </a:t>
            </a:r>
            <a:r>
              <a:rPr lang="zh-CN" altLang="en-US" dirty="0"/>
              <a:t>位浮点数 </a:t>
            </a:r>
            <a:r>
              <a:rPr lang="en-US" altLang="zh-CN" dirty="0"/>
              <a:t>—— 8 </a:t>
            </a:r>
            <a:r>
              <a:rPr lang="zh-CN" altLang="en-US" dirty="0"/>
              <a:t>位？</a:t>
            </a:r>
            <a:r>
              <a:rPr lang="en-US" altLang="zh-CN" dirty="0"/>
              <a:t>16 </a:t>
            </a:r>
            <a:r>
              <a:rPr lang="zh-CN" altLang="en-US" dirty="0"/>
              <a:t>位？</a:t>
            </a:r>
            <a:r>
              <a:rPr lang="en-US" altLang="zh-CN" dirty="0"/>
              <a:t>64 </a:t>
            </a:r>
            <a:r>
              <a:rPr lang="zh-CN" altLang="en-US" dirty="0"/>
              <a:t>位？严格按照题目定义计算</a:t>
            </a:r>
            <a:endParaRPr lang="en-US" altLang="zh-CN" dirty="0"/>
          </a:p>
          <a:p>
            <a:r>
              <a:rPr lang="zh-CN" altLang="en-US" dirty="0"/>
              <a:t>浮点数取值范围 </a:t>
            </a:r>
            <a:r>
              <a:rPr lang="en-US" altLang="zh-CN" dirty="0"/>
              <a:t>—— </a:t>
            </a:r>
            <a:r>
              <a:rPr lang="zh-CN" altLang="en-US" dirty="0"/>
              <a:t>区分绝对值和符号，</a:t>
            </a:r>
            <a:r>
              <a:rPr lang="zh-CN" altLang="en-US" b="1" u="sng" dirty="0"/>
              <a:t>考虑非归约形式</a:t>
            </a:r>
            <a:endParaRPr lang="en-US" altLang="zh-CN" b="1" u="sng" dirty="0"/>
          </a:p>
        </p:txBody>
      </p:sp>
    </p:spTree>
    <p:extLst>
      <p:ext uri="{BB962C8B-B14F-4D97-AF65-F5344CB8AC3E}">
        <p14:creationId xmlns:p14="http://schemas.microsoft.com/office/powerpoint/2010/main" val="2450963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AB204-BE6B-241F-685B-932098ABF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</a:t>
            </a:r>
            <a:r>
              <a:rPr lang="zh-CN" altLang="en-US" dirty="0"/>
              <a:t>部分：逻辑电路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B4F40C-428F-C3D0-3668-C38FE852C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真值表 </a:t>
            </a:r>
            <a:r>
              <a:rPr lang="en-US" altLang="zh-CN" dirty="0"/>
              <a:t>/ </a:t>
            </a:r>
            <a:r>
              <a:rPr lang="zh-CN" altLang="en-US" dirty="0"/>
              <a:t>逻辑表达式 </a:t>
            </a:r>
            <a:r>
              <a:rPr lang="en-US" altLang="zh-CN" dirty="0"/>
              <a:t>/ </a:t>
            </a:r>
            <a:r>
              <a:rPr lang="zh-CN" altLang="en-US" dirty="0"/>
              <a:t>电路图转换 </a:t>
            </a:r>
            <a:r>
              <a:rPr lang="en-US" altLang="zh-CN" dirty="0"/>
              <a:t>—— </a:t>
            </a:r>
            <a:r>
              <a:rPr lang="zh-CN" altLang="en-US" dirty="0"/>
              <a:t>参考模数电路解法解决，</a:t>
            </a:r>
            <a:r>
              <a:rPr lang="zh-CN" altLang="en-US" b="1" u="sng" dirty="0"/>
              <a:t>真值表不要算错（中间列法）</a:t>
            </a:r>
            <a:endParaRPr lang="en-US" altLang="zh-CN" b="1" u="sng" dirty="0"/>
          </a:p>
          <a:p>
            <a:r>
              <a:rPr lang="zh-CN" altLang="en-US" dirty="0"/>
              <a:t>逻辑完备性问题 </a:t>
            </a:r>
            <a:r>
              <a:rPr lang="en-US" altLang="zh-CN" dirty="0"/>
              <a:t>—— </a:t>
            </a:r>
            <a:r>
              <a:rPr lang="zh-CN" altLang="en-US" dirty="0"/>
              <a:t>先拆后组，构成基本逻辑门</a:t>
            </a:r>
            <a:endParaRPr lang="en-US" altLang="zh-CN" dirty="0"/>
          </a:p>
          <a:p>
            <a:r>
              <a:rPr lang="zh-CN" altLang="en-US" dirty="0"/>
              <a:t>非规范电路分析 </a:t>
            </a:r>
            <a:r>
              <a:rPr lang="en-US" altLang="zh-CN" dirty="0"/>
              <a:t>—— </a:t>
            </a:r>
            <a:r>
              <a:rPr lang="zh-CN" altLang="en-US" dirty="0"/>
              <a:t>短路？空载？注意 </a:t>
            </a:r>
            <a:r>
              <a:rPr lang="en-US" altLang="zh-CN" dirty="0"/>
              <a:t>N </a:t>
            </a:r>
            <a:r>
              <a:rPr lang="zh-CN" altLang="en-US" dirty="0"/>
              <a:t>和 </a:t>
            </a:r>
            <a:r>
              <a:rPr lang="en-US" altLang="zh-CN" dirty="0"/>
              <a:t>P </a:t>
            </a:r>
            <a:r>
              <a:rPr lang="zh-CN" altLang="en-US" dirty="0"/>
              <a:t>的位置，按照 </a:t>
            </a:r>
            <a:r>
              <a:rPr lang="en-US" altLang="zh-CN" dirty="0"/>
              <a:t>CMOS </a:t>
            </a:r>
            <a:r>
              <a:rPr lang="zh-CN" altLang="en-US" dirty="0"/>
              <a:t>的开闭特性分析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2585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39B29-FDB4-9D9A-A697-A1CBFCF4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</a:t>
            </a:r>
            <a:r>
              <a:rPr lang="zh-CN" altLang="en-US" dirty="0"/>
              <a:t>部分：状态机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A921D1-FB11-0635-45D0-9B5441088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模式识别 </a:t>
            </a:r>
            <a:r>
              <a:rPr lang="en-US" altLang="zh-CN" dirty="0"/>
              <a:t>—— </a:t>
            </a:r>
            <a:r>
              <a:rPr lang="zh-CN" altLang="en-US" dirty="0"/>
              <a:t>设计模式状态，分析转换关系，判定接受条件</a:t>
            </a:r>
            <a:endParaRPr lang="en-US" altLang="zh-CN" dirty="0"/>
          </a:p>
          <a:p>
            <a:r>
              <a:rPr lang="zh-CN" altLang="en-US" dirty="0"/>
              <a:t>电路 </a:t>
            </a:r>
            <a:r>
              <a:rPr lang="en-US" altLang="zh-CN" dirty="0"/>
              <a:t>/ </a:t>
            </a:r>
            <a:r>
              <a:rPr lang="zh-CN" altLang="en-US" dirty="0"/>
              <a:t>表达式 </a:t>
            </a:r>
            <a:r>
              <a:rPr lang="en-US" altLang="zh-CN" dirty="0"/>
              <a:t>/ </a:t>
            </a:r>
            <a:r>
              <a:rPr lang="zh-CN" altLang="en-US" dirty="0"/>
              <a:t>状态机转换 </a:t>
            </a:r>
            <a:r>
              <a:rPr lang="en-US" altLang="zh-CN" dirty="0"/>
              <a:t>—— </a:t>
            </a:r>
            <a:r>
              <a:rPr lang="zh-CN" altLang="en-US" dirty="0"/>
              <a:t>存储单元对应状态，组合逻辑对应转换关系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3362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11B5B-5438-3CA0-CA53-E39BC728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</a:t>
            </a:r>
            <a:r>
              <a:rPr lang="zh-CN" altLang="en-US" dirty="0"/>
              <a:t>部分：存储和寻址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BCD227-A87D-E799-300F-E7E151FCD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存储大小计算 </a:t>
            </a:r>
            <a:r>
              <a:rPr lang="en-US" altLang="zh-CN" dirty="0"/>
              <a:t>—— </a:t>
            </a:r>
            <a:r>
              <a:rPr lang="zh-CN" altLang="en-US" dirty="0"/>
              <a:t>套公式，用幂次表示，</a:t>
            </a:r>
            <a:r>
              <a:rPr lang="zh-CN" altLang="en-US" b="1" u="sng" dirty="0"/>
              <a:t>区分字节和位</a:t>
            </a:r>
            <a:endParaRPr lang="en-US" altLang="zh-CN" b="1" u="sng" dirty="0"/>
          </a:p>
          <a:p>
            <a:r>
              <a:rPr lang="zh-CN" altLang="en-US" dirty="0"/>
              <a:t>电路图分析 </a:t>
            </a:r>
            <a:r>
              <a:rPr lang="en-US" altLang="zh-CN" dirty="0"/>
              <a:t>—— </a:t>
            </a:r>
            <a:r>
              <a:rPr lang="zh-CN" altLang="en-US" dirty="0"/>
              <a:t>先分析地址选择器，再确定字长，注意空洞和端序</a:t>
            </a:r>
            <a:endParaRPr lang="en-US" altLang="zh-CN" dirty="0"/>
          </a:p>
          <a:p>
            <a:r>
              <a:rPr lang="zh-CN" altLang="en-US" dirty="0"/>
              <a:t>存储空间的扩展 </a:t>
            </a:r>
            <a:r>
              <a:rPr lang="en-US" altLang="zh-CN" dirty="0"/>
              <a:t>—— </a:t>
            </a:r>
            <a:r>
              <a:rPr lang="zh-CN" altLang="en-US" dirty="0"/>
              <a:t>级联和并联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90984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75538-F726-926F-1BF5-25F583B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</a:t>
            </a:r>
            <a:r>
              <a:rPr lang="zh-CN" altLang="en-US" dirty="0"/>
              <a:t>部分：</a:t>
            </a:r>
            <a:r>
              <a:rPr lang="en-US" altLang="zh-CN" dirty="0"/>
              <a:t>LC-3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04BF9C-22A2-4697-CF59-2BBA8BCD3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汇编指令与机器码转换（二进制、十六进制） </a:t>
            </a:r>
            <a:r>
              <a:rPr lang="en-US" altLang="zh-CN" dirty="0"/>
              <a:t>—— </a:t>
            </a:r>
            <a:r>
              <a:rPr lang="zh-CN" altLang="en-US" dirty="0"/>
              <a:t>查表确定操作码，</a:t>
            </a:r>
            <a:r>
              <a:rPr lang="zh-CN" altLang="en-US" b="1" u="sng" dirty="0"/>
              <a:t>准确、快速</a:t>
            </a:r>
            <a:r>
              <a:rPr lang="zh-CN" altLang="en-US" dirty="0"/>
              <a:t>（提前练习）</a:t>
            </a:r>
            <a:endParaRPr lang="en-US" altLang="zh-CN" dirty="0"/>
          </a:p>
          <a:p>
            <a:r>
              <a:rPr lang="zh-CN" altLang="en-US" dirty="0"/>
              <a:t>指令执行周期计数 </a:t>
            </a:r>
            <a:r>
              <a:rPr lang="en-US" altLang="zh-CN" dirty="0"/>
              <a:t>—— </a:t>
            </a:r>
            <a:r>
              <a:rPr lang="zh-CN" altLang="en-US" dirty="0"/>
              <a:t>查表判断阶段数，</a:t>
            </a:r>
            <a:r>
              <a:rPr lang="zh-CN" altLang="en-US" b="1" u="sng" dirty="0"/>
              <a:t>不要算错</a:t>
            </a:r>
            <a:endParaRPr lang="en-US" altLang="zh-CN" b="1" u="sng" dirty="0"/>
          </a:p>
          <a:p>
            <a:r>
              <a:rPr lang="zh-CN" altLang="en-US" dirty="0"/>
              <a:t>标签地址计算 </a:t>
            </a:r>
            <a:r>
              <a:rPr lang="en-US" altLang="zh-CN" dirty="0"/>
              <a:t>—— </a:t>
            </a:r>
            <a:r>
              <a:rPr lang="zh-CN" altLang="en-US" dirty="0"/>
              <a:t>列编号、做减法、除去一、对位次、转补码</a:t>
            </a:r>
            <a:endParaRPr lang="en-US" altLang="zh-CN" dirty="0"/>
          </a:p>
          <a:p>
            <a:r>
              <a:rPr lang="zh-CN" altLang="en-US" dirty="0"/>
              <a:t>存储器读写 </a:t>
            </a:r>
            <a:r>
              <a:rPr lang="en-US" altLang="zh-CN" dirty="0"/>
              <a:t>—— </a:t>
            </a:r>
            <a:r>
              <a:rPr lang="zh-CN" altLang="en-US" dirty="0"/>
              <a:t>数据流分析，注意存储器的更新时机</a:t>
            </a:r>
            <a:endParaRPr lang="en-US" altLang="zh-CN" dirty="0"/>
          </a:p>
          <a:p>
            <a:r>
              <a:rPr lang="zh-CN" altLang="en-US" dirty="0"/>
              <a:t>定义新指令 </a:t>
            </a:r>
            <a:r>
              <a:rPr lang="en-US" altLang="zh-CN" dirty="0"/>
              <a:t>—— </a:t>
            </a:r>
            <a:r>
              <a:rPr lang="zh-CN" altLang="en-US" dirty="0"/>
              <a:t>选择操作码、确定操作数和布局、实现功能（对控制模块的影响）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0064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FE7FEA-03A4-86CC-D283-C18B19B56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 </a:t>
            </a:r>
            <a:r>
              <a:rPr lang="zh-CN" altLang="en-US" dirty="0"/>
              <a:t>部分：逻辑电路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D969FE-E36E-AB1C-EB8B-C73DA5448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CMOS </a:t>
            </a:r>
            <a:r>
              <a:rPr lang="zh-CN" altLang="en-US" dirty="0"/>
              <a:t>分析题 </a:t>
            </a:r>
            <a:r>
              <a:rPr lang="en-US" altLang="zh-CN" dirty="0"/>
              <a:t>—— </a:t>
            </a:r>
            <a:r>
              <a:rPr lang="zh-CN" altLang="en-US" dirty="0"/>
              <a:t>自下而上分析，排除法，上下对称，</a:t>
            </a:r>
            <a:r>
              <a:rPr lang="zh-CN" altLang="en-US" b="1" u="sng" dirty="0"/>
              <a:t>每个输入都会用到</a:t>
            </a:r>
            <a:endParaRPr lang="en-US" altLang="zh-CN" b="1" u="sng" dirty="0"/>
          </a:p>
          <a:p>
            <a:r>
              <a:rPr lang="en-US" altLang="zh-CN" dirty="0"/>
              <a:t>CMOS </a:t>
            </a:r>
            <a:r>
              <a:rPr lang="zh-CN" altLang="en-US" dirty="0"/>
              <a:t>设计题 </a:t>
            </a:r>
            <a:r>
              <a:rPr lang="en-US" altLang="zh-CN" dirty="0"/>
              <a:t>—— </a:t>
            </a:r>
            <a:r>
              <a:rPr lang="zh-CN" altLang="en-US" dirty="0"/>
              <a:t>自上而下构造，子表达式，并联和串联，基本门组合（难度较大）</a:t>
            </a:r>
            <a:endParaRPr lang="en-US" altLang="zh-CN" dirty="0"/>
          </a:p>
          <a:p>
            <a:r>
              <a:rPr lang="zh-CN" altLang="en-US" dirty="0"/>
              <a:t>电路功能描述 </a:t>
            </a:r>
            <a:r>
              <a:rPr lang="en-US" altLang="zh-CN" dirty="0"/>
              <a:t>—— </a:t>
            </a:r>
            <a:r>
              <a:rPr lang="zh-CN" altLang="en-US" dirty="0"/>
              <a:t>根据真值表和状态分析，总结常用用途</a:t>
            </a:r>
            <a:endParaRPr lang="en-US" altLang="zh-CN" dirty="0"/>
          </a:p>
          <a:p>
            <a:r>
              <a:rPr lang="zh-CN" altLang="en-US" dirty="0"/>
              <a:t>电路功能设计 </a:t>
            </a:r>
            <a:r>
              <a:rPr lang="en-US" altLang="zh-CN" dirty="0"/>
              <a:t>—— </a:t>
            </a:r>
            <a:r>
              <a:rPr lang="zh-CN" altLang="en-US" dirty="0"/>
              <a:t>组合？时序？先状态后转换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75226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84027-AEBE-8BA6-CA33-16011279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 </a:t>
            </a:r>
            <a:r>
              <a:rPr lang="zh-CN" altLang="en-US" dirty="0"/>
              <a:t>部分：架构和状态推理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AD799D-ED2F-696D-AF4D-35EE86029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通常缺少指令，需要补全（难点）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时钟分析 </a:t>
            </a:r>
            <a:r>
              <a:rPr lang="en-US" altLang="zh-CN" dirty="0"/>
              <a:t>—— </a:t>
            </a:r>
            <a:r>
              <a:rPr lang="zh-CN" altLang="en-US" dirty="0"/>
              <a:t>根据每条指令执行所需的时间，推算当前指令</a:t>
            </a:r>
            <a:endParaRPr lang="en-US" altLang="zh-CN" dirty="0"/>
          </a:p>
          <a:p>
            <a:r>
              <a:rPr lang="zh-CN" altLang="en-US" dirty="0"/>
              <a:t>存储分析 </a:t>
            </a:r>
            <a:r>
              <a:rPr lang="en-US" altLang="zh-CN" dirty="0"/>
              <a:t>—— </a:t>
            </a:r>
            <a:r>
              <a:rPr lang="zh-CN" altLang="en-US" dirty="0"/>
              <a:t>查看标志性寄存器的值（</a:t>
            </a:r>
            <a:r>
              <a:rPr lang="en-US" altLang="zh-CN" dirty="0"/>
              <a:t>PC</a:t>
            </a:r>
            <a:r>
              <a:rPr lang="zh-CN" altLang="en-US" dirty="0"/>
              <a:t>、</a:t>
            </a:r>
            <a:r>
              <a:rPr lang="en-US" altLang="zh-CN" dirty="0"/>
              <a:t>MAR</a:t>
            </a:r>
            <a:r>
              <a:rPr lang="zh-CN" altLang="en-US" dirty="0"/>
              <a:t>、</a:t>
            </a:r>
            <a:r>
              <a:rPr lang="en-US" altLang="zh-CN" dirty="0"/>
              <a:t>MDR </a:t>
            </a:r>
            <a:r>
              <a:rPr lang="zh-CN" altLang="en-US" dirty="0"/>
              <a:t>等）</a:t>
            </a:r>
            <a:endParaRPr lang="en-US" altLang="zh-CN" dirty="0"/>
          </a:p>
          <a:p>
            <a:r>
              <a:rPr lang="zh-CN" altLang="en-US" dirty="0"/>
              <a:t>阶段分析 </a:t>
            </a:r>
            <a:r>
              <a:rPr lang="en-US" altLang="zh-CN" dirty="0"/>
              <a:t>—— </a:t>
            </a:r>
            <a:r>
              <a:rPr lang="zh-CN" altLang="en-US" dirty="0"/>
              <a:t>部分阶段标志着特定的指令</a:t>
            </a:r>
            <a:endParaRPr lang="en-US" altLang="zh-CN" dirty="0"/>
          </a:p>
          <a:p>
            <a:r>
              <a:rPr lang="zh-CN" altLang="en-US" dirty="0"/>
              <a:t>控制流分析 </a:t>
            </a:r>
            <a:r>
              <a:rPr lang="en-US" altLang="zh-CN" dirty="0"/>
              <a:t>—— </a:t>
            </a:r>
            <a:r>
              <a:rPr lang="zh-CN" altLang="en-US" dirty="0"/>
              <a:t>追踪跳转指令的条件</a:t>
            </a:r>
            <a:endParaRPr lang="en-US" altLang="zh-CN" dirty="0"/>
          </a:p>
          <a:p>
            <a:r>
              <a:rPr lang="zh-CN" altLang="en-US" dirty="0"/>
              <a:t>数据流分析 </a:t>
            </a:r>
            <a:r>
              <a:rPr lang="en-US" altLang="zh-CN" dirty="0"/>
              <a:t>—— </a:t>
            </a:r>
            <a:r>
              <a:rPr lang="zh-CN" altLang="en-US" dirty="0"/>
              <a:t>追踪数据转移与存储</a:t>
            </a:r>
            <a:endParaRPr lang="en-US" altLang="zh-CN" dirty="0"/>
          </a:p>
          <a:p>
            <a:r>
              <a:rPr lang="zh-CN" altLang="en-US" dirty="0"/>
              <a:t>行为分析 </a:t>
            </a:r>
            <a:r>
              <a:rPr lang="en-US" altLang="zh-CN" dirty="0"/>
              <a:t>—— </a:t>
            </a:r>
            <a:r>
              <a:rPr lang="zh-CN" altLang="en-US" dirty="0"/>
              <a:t>推测程序的功能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0481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F6AFB-8861-8439-344F-697AE7B79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控制流分析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656DE5-576F-557F-E19D-BE06E634E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确定程序的基本流程</a:t>
            </a:r>
            <a:endParaRPr lang="en-US" altLang="zh-CN" dirty="0"/>
          </a:p>
          <a:p>
            <a:r>
              <a:rPr lang="zh-CN" altLang="en-US" dirty="0"/>
              <a:t>核心：分支指令 </a:t>
            </a:r>
            <a:r>
              <a:rPr lang="en-US" altLang="zh-CN" dirty="0"/>
              <a:t>BR</a:t>
            </a:r>
            <a:r>
              <a:rPr lang="zh-CN" altLang="en-US" dirty="0"/>
              <a:t>（向下：</a:t>
            </a:r>
            <a:r>
              <a:rPr lang="en-US" altLang="zh-CN" dirty="0"/>
              <a:t>PC </a:t>
            </a:r>
            <a:r>
              <a:rPr lang="zh-CN" altLang="en-US" dirty="0"/>
              <a:t>增加 </a:t>
            </a:r>
            <a:r>
              <a:rPr lang="en-US" altLang="zh-CN" dirty="0"/>
              <a:t>/ </a:t>
            </a:r>
            <a:r>
              <a:rPr lang="zh-CN" altLang="en-US" dirty="0"/>
              <a:t>向上：</a:t>
            </a:r>
            <a:r>
              <a:rPr lang="en-US" altLang="zh-CN" dirty="0"/>
              <a:t>PC </a:t>
            </a:r>
            <a:r>
              <a:rPr lang="zh-CN" altLang="en-US" dirty="0"/>
              <a:t>减少）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向上 </a:t>
            </a:r>
            <a:r>
              <a:rPr lang="en-US" altLang="zh-CN" dirty="0"/>
              <a:t>BR </a:t>
            </a:r>
            <a:r>
              <a:rPr lang="zh-CN" altLang="en-US" dirty="0"/>
              <a:t>的指令 </a:t>
            </a:r>
            <a:r>
              <a:rPr lang="en-US" altLang="zh-CN" dirty="0"/>
              <a:t>—— </a:t>
            </a:r>
            <a:r>
              <a:rPr lang="zh-CN" altLang="en-US" dirty="0"/>
              <a:t>几乎必然是</a:t>
            </a:r>
            <a:r>
              <a:rPr lang="zh-CN" altLang="en-US" b="1" u="sng" dirty="0"/>
              <a:t>循环</a:t>
            </a:r>
            <a:r>
              <a:rPr lang="zh-CN" altLang="en-US" dirty="0"/>
              <a:t>（</a:t>
            </a:r>
            <a:r>
              <a:rPr lang="en-US" altLang="zh-CN" dirty="0"/>
              <a:t>BR </a:t>
            </a:r>
            <a:r>
              <a:rPr lang="zh-CN" altLang="en-US" dirty="0"/>
              <a:t>到的地址为循环开始）</a:t>
            </a:r>
            <a:endParaRPr lang="en-US" altLang="zh-CN" dirty="0"/>
          </a:p>
          <a:p>
            <a:r>
              <a:rPr lang="zh-CN" altLang="en-US" dirty="0"/>
              <a:t>多条指令 </a:t>
            </a:r>
            <a:r>
              <a:rPr lang="en-US" altLang="zh-CN" dirty="0"/>
              <a:t>BR </a:t>
            </a:r>
            <a:r>
              <a:rPr lang="zh-CN" altLang="en-US" dirty="0"/>
              <a:t>到同一位置 </a:t>
            </a:r>
            <a:r>
              <a:rPr lang="en-US" altLang="zh-CN" dirty="0"/>
              <a:t>—— </a:t>
            </a:r>
            <a:r>
              <a:rPr lang="zh-CN" altLang="en-US" dirty="0"/>
              <a:t>几乎必然是</a:t>
            </a:r>
            <a:r>
              <a:rPr lang="zh-CN" altLang="en-US" b="1" u="sng" dirty="0"/>
              <a:t>分支</a:t>
            </a:r>
            <a:r>
              <a:rPr lang="zh-CN" altLang="en-US" dirty="0"/>
              <a:t>（</a:t>
            </a:r>
            <a:r>
              <a:rPr lang="en-US" altLang="zh-CN" dirty="0"/>
              <a:t>BR </a:t>
            </a:r>
            <a:r>
              <a:rPr lang="zh-CN" altLang="en-US" dirty="0"/>
              <a:t>指令和目标指令之间包含的是分支体）</a:t>
            </a:r>
            <a:endParaRPr lang="en-US" altLang="zh-CN" dirty="0"/>
          </a:p>
          <a:p>
            <a:r>
              <a:rPr lang="zh-CN" altLang="en-US" dirty="0"/>
              <a:t>无条件的向上 </a:t>
            </a:r>
            <a:r>
              <a:rPr lang="en-US" altLang="zh-CN" dirty="0"/>
              <a:t>BR —— </a:t>
            </a:r>
            <a:r>
              <a:rPr lang="zh-CN" altLang="en-US" dirty="0"/>
              <a:t>死循环 </a:t>
            </a:r>
            <a:r>
              <a:rPr lang="en-US" altLang="zh-CN" dirty="0"/>
              <a:t>—— </a:t>
            </a:r>
            <a:r>
              <a:rPr lang="zh-CN" altLang="en-US" dirty="0"/>
              <a:t>循环体中必定有</a:t>
            </a:r>
            <a:r>
              <a:rPr lang="zh-CN" altLang="en-US" b="1" u="sng" dirty="0"/>
              <a:t>跳出循环</a:t>
            </a:r>
            <a:r>
              <a:rPr lang="zh-CN" altLang="en-US" dirty="0"/>
              <a:t>的有条件 </a:t>
            </a:r>
            <a:r>
              <a:rPr lang="en-US" altLang="zh-CN" dirty="0"/>
              <a:t>BR</a:t>
            </a:r>
          </a:p>
          <a:p>
            <a:r>
              <a:rPr lang="zh-CN" altLang="en-US" dirty="0"/>
              <a:t>无条件的向下 </a:t>
            </a:r>
            <a:r>
              <a:rPr lang="en-US" altLang="zh-CN" dirty="0"/>
              <a:t>BR —— </a:t>
            </a:r>
            <a:r>
              <a:rPr lang="zh-CN" altLang="en-US" dirty="0"/>
              <a:t>无条件分支 </a:t>
            </a:r>
            <a:r>
              <a:rPr lang="en-US" altLang="zh-CN" dirty="0"/>
              <a:t>—— </a:t>
            </a:r>
            <a:r>
              <a:rPr lang="zh-CN" altLang="en-US" dirty="0"/>
              <a:t>上方必定跟有</a:t>
            </a:r>
            <a:r>
              <a:rPr lang="zh-CN" altLang="en-US" b="1" u="sng" dirty="0"/>
              <a:t>进入分支</a:t>
            </a:r>
            <a:r>
              <a:rPr lang="zh-CN" altLang="en-US" dirty="0"/>
              <a:t>的有条件 </a:t>
            </a:r>
            <a:r>
              <a:rPr lang="en-US" altLang="zh-CN" dirty="0"/>
              <a:t>BR</a:t>
            </a:r>
          </a:p>
          <a:p>
            <a:r>
              <a:rPr lang="zh-CN" altLang="en-US" dirty="0"/>
              <a:t>有条件 </a:t>
            </a:r>
            <a:r>
              <a:rPr lang="en-US" altLang="zh-CN" dirty="0"/>
              <a:t>BR —— </a:t>
            </a:r>
            <a:r>
              <a:rPr lang="zh-CN" altLang="en-US" dirty="0"/>
              <a:t>上方必定有指令设置条件码，</a:t>
            </a:r>
            <a:r>
              <a:rPr lang="zh-CN" altLang="en-US" b="1" u="sng" dirty="0"/>
              <a:t>不一定紧邻</a:t>
            </a:r>
            <a:endParaRPr lang="en-US" altLang="zh-CN" dirty="0"/>
          </a:p>
          <a:p>
            <a:r>
              <a:rPr lang="zh-CN" altLang="en-US" b="1" u="sng" dirty="0"/>
              <a:t>不排除无厘头程序</a:t>
            </a:r>
            <a:endParaRPr lang="en-US" altLang="zh-CN" b="1" u="sng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83168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914C5-862C-6AD4-9F3A-2D6CA1670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数据流分析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1AEA9A-7064-C5D3-46F4-BBB6D6F90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确定程序选用的存储器及其作用</a:t>
            </a:r>
            <a:endParaRPr lang="en-US" altLang="zh-CN" dirty="0"/>
          </a:p>
          <a:p>
            <a:r>
              <a:rPr lang="zh-CN" altLang="en-US" dirty="0"/>
              <a:t>通常要基于控制流分析（但不是必须）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判断每条指令对寄存器的修改（读？写？）</a:t>
            </a:r>
            <a:endParaRPr lang="en-US" altLang="zh-CN" dirty="0"/>
          </a:p>
          <a:p>
            <a:r>
              <a:rPr lang="zh-CN" altLang="en-US" dirty="0"/>
              <a:t>寄存器的值意外变更 </a:t>
            </a:r>
            <a:r>
              <a:rPr lang="en-US" altLang="zh-CN" dirty="0"/>
              <a:t>—— </a:t>
            </a:r>
            <a:r>
              <a:rPr lang="zh-CN" altLang="en-US" dirty="0"/>
              <a:t>必定有指令对其进行修改 </a:t>
            </a:r>
            <a:r>
              <a:rPr lang="en-US" altLang="zh-CN" dirty="0"/>
              <a:t>—— </a:t>
            </a:r>
            <a:r>
              <a:rPr lang="zh-CN" altLang="en-US" dirty="0"/>
              <a:t>排除法确定位置</a:t>
            </a:r>
            <a:endParaRPr lang="en-US" altLang="zh-CN" dirty="0"/>
          </a:p>
          <a:p>
            <a:r>
              <a:rPr lang="zh-CN" altLang="en-US" dirty="0"/>
              <a:t>寄存器的值没有变更 </a:t>
            </a:r>
            <a:r>
              <a:rPr lang="en-US" altLang="zh-CN" dirty="0"/>
              <a:t>—— </a:t>
            </a:r>
            <a:r>
              <a:rPr lang="zh-CN" altLang="en-US" dirty="0"/>
              <a:t>必定有指令对其进行复原 </a:t>
            </a:r>
            <a:r>
              <a:rPr lang="en-US" altLang="zh-CN" dirty="0"/>
              <a:t>—— </a:t>
            </a:r>
            <a:r>
              <a:rPr lang="zh-CN" altLang="en-US" dirty="0"/>
              <a:t>排除法确定位置</a:t>
            </a:r>
            <a:endParaRPr lang="en-US" altLang="zh-CN" dirty="0"/>
          </a:p>
          <a:p>
            <a:r>
              <a:rPr lang="zh-CN" altLang="en-US" dirty="0"/>
              <a:t>结合控制流分析，</a:t>
            </a:r>
            <a:r>
              <a:rPr lang="zh-CN" altLang="en-US" b="1" u="sng" dirty="0"/>
              <a:t>观察条件寄存器</a:t>
            </a:r>
            <a:endParaRPr lang="en-US" altLang="zh-CN" b="1" u="sng" dirty="0"/>
          </a:p>
          <a:p>
            <a:pPr lvl="1"/>
            <a:r>
              <a:rPr lang="zh-CN" altLang="en-US" dirty="0"/>
              <a:t>循环 </a:t>
            </a:r>
            <a:r>
              <a:rPr lang="en-US" altLang="zh-CN" dirty="0"/>
              <a:t>—— </a:t>
            </a:r>
            <a:r>
              <a:rPr lang="zh-CN" altLang="en-US" dirty="0"/>
              <a:t>必定有循环条件 </a:t>
            </a:r>
            <a:r>
              <a:rPr lang="en-US" altLang="zh-CN" dirty="0"/>
              <a:t>—— </a:t>
            </a:r>
            <a:r>
              <a:rPr lang="zh-CN" altLang="en-US" dirty="0"/>
              <a:t>由哪个寄存器保存？</a:t>
            </a:r>
            <a:endParaRPr lang="en-US" altLang="zh-CN" dirty="0"/>
          </a:p>
          <a:p>
            <a:pPr lvl="1"/>
            <a:r>
              <a:rPr lang="zh-CN" altLang="en-US" dirty="0"/>
              <a:t>分支 </a:t>
            </a:r>
            <a:r>
              <a:rPr lang="en-US" altLang="zh-CN" dirty="0"/>
              <a:t>—— </a:t>
            </a:r>
            <a:r>
              <a:rPr lang="zh-CN" altLang="en-US" dirty="0"/>
              <a:t>必定有分支条件 </a:t>
            </a:r>
            <a:r>
              <a:rPr lang="en-US" altLang="zh-CN" dirty="0"/>
              <a:t>—— </a:t>
            </a:r>
            <a:r>
              <a:rPr lang="zh-CN" altLang="en-US" dirty="0"/>
              <a:t>由哪个寄存器保存？</a:t>
            </a:r>
            <a:endParaRPr lang="en-US" altLang="zh-CN" dirty="0"/>
          </a:p>
          <a:p>
            <a:r>
              <a:rPr lang="zh-CN" altLang="en-US" dirty="0"/>
              <a:t>特殊数值（</a:t>
            </a:r>
            <a:r>
              <a:rPr lang="en-US" altLang="zh-CN" dirty="0"/>
              <a:t>0</a:t>
            </a:r>
            <a:r>
              <a:rPr lang="zh-CN" altLang="en-US" dirty="0"/>
              <a:t>、全 </a:t>
            </a:r>
            <a:r>
              <a:rPr lang="en-US" altLang="zh-CN" dirty="0"/>
              <a:t>1</a:t>
            </a:r>
            <a:r>
              <a:rPr lang="zh-CN" altLang="en-US" dirty="0"/>
              <a:t> 等）的来源（算术？访存？是否是某种条件？）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18591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A52BE5-5315-DE46-86B8-521570FB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行为分析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055E10-7E1C-2594-3CC7-34F833792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猜蒙试凑（功能不会太复杂）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明确程序要实现的目标 </a:t>
            </a:r>
            <a:r>
              <a:rPr lang="en-US" altLang="zh-CN" dirty="0"/>
              <a:t>—— </a:t>
            </a:r>
            <a:r>
              <a:rPr lang="zh-CN" altLang="en-US" dirty="0"/>
              <a:t>根据输入输出寄存器，结合数据流分析判断</a:t>
            </a:r>
            <a:endParaRPr lang="en-US" altLang="zh-CN" dirty="0"/>
          </a:p>
          <a:p>
            <a:r>
              <a:rPr lang="zh-CN" altLang="en-US" dirty="0"/>
              <a:t>常见子结构（移位、自增、累积、取相反数）</a:t>
            </a:r>
            <a:endParaRPr lang="en-US" altLang="zh-CN" dirty="0"/>
          </a:p>
          <a:p>
            <a:r>
              <a:rPr lang="zh-CN" altLang="en-US" dirty="0"/>
              <a:t>确定空缺部分应当实现的大致功能</a:t>
            </a:r>
            <a:endParaRPr lang="en-US" altLang="zh-CN" dirty="0"/>
          </a:p>
          <a:p>
            <a:r>
              <a:rPr lang="zh-CN" altLang="en-US" dirty="0"/>
              <a:t>找出限制条件（条件码设置后在使用前不能修改，寄存器的值不能轻易改变，指令数目有限）</a:t>
            </a:r>
            <a:endParaRPr lang="en-US" altLang="zh-CN" dirty="0"/>
          </a:p>
          <a:p>
            <a:r>
              <a:rPr lang="zh-CN" altLang="en-US" b="1" u="sng" dirty="0"/>
              <a:t>大胆假设，小心求证</a:t>
            </a:r>
            <a:endParaRPr lang="en-US" altLang="zh-CN" b="1" u="sng" dirty="0"/>
          </a:p>
        </p:txBody>
      </p:sp>
    </p:spTree>
    <p:extLst>
      <p:ext uri="{BB962C8B-B14F-4D97-AF65-F5344CB8AC3E}">
        <p14:creationId xmlns:p14="http://schemas.microsoft.com/office/powerpoint/2010/main" val="1884797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84027-AEBE-8BA6-CA33-16011279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 </a:t>
            </a:r>
            <a:r>
              <a:rPr lang="zh-CN" altLang="en-US" dirty="0"/>
              <a:t>部分：存储分析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AD799D-ED2F-696D-AF4D-35EE86029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几乎总是数独题（提供每个时刻部分存储器的</a:t>
            </a:r>
            <a:r>
              <a:rPr lang="zh-CN" altLang="en-US" b="1" u="sng" dirty="0"/>
              <a:t>部分</a:t>
            </a:r>
            <a:r>
              <a:rPr lang="zh-CN" altLang="en-US" dirty="0"/>
              <a:t>值，推算其它存储器的值）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指令已知 </a:t>
            </a:r>
            <a:r>
              <a:rPr lang="en-US" altLang="zh-CN" dirty="0"/>
              <a:t>—— </a:t>
            </a:r>
            <a:r>
              <a:rPr lang="zh-CN" altLang="en-US" dirty="0"/>
              <a:t>指令解读，</a:t>
            </a:r>
            <a:r>
              <a:rPr lang="zh-CN" altLang="en-US" b="1" u="sng" dirty="0"/>
              <a:t>非常重要，不要忽视</a:t>
            </a:r>
            <a:endParaRPr lang="en-US" altLang="zh-CN" b="1" u="sng" dirty="0"/>
          </a:p>
          <a:p>
            <a:r>
              <a:rPr lang="zh-CN" altLang="en-US" dirty="0"/>
              <a:t>指令未知 </a:t>
            </a:r>
            <a:r>
              <a:rPr lang="en-US" altLang="zh-CN" dirty="0"/>
              <a:t>—— </a:t>
            </a:r>
            <a:r>
              <a:rPr lang="zh-CN" altLang="en-US" dirty="0"/>
              <a:t>数据流分析</a:t>
            </a:r>
            <a:endParaRPr lang="en-US" altLang="zh-CN" dirty="0"/>
          </a:p>
          <a:p>
            <a:pPr lvl="1"/>
            <a:r>
              <a:rPr lang="zh-CN" altLang="en-US" dirty="0"/>
              <a:t>一般寄存器的改变：算术、加载（含 </a:t>
            </a:r>
            <a:r>
              <a:rPr lang="en-US" altLang="zh-CN" dirty="0"/>
              <a:t>LEA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PC </a:t>
            </a:r>
            <a:r>
              <a:rPr lang="zh-CN" altLang="en-US" dirty="0"/>
              <a:t>除自增外的改变：分支指令（难度较大）</a:t>
            </a:r>
            <a:endParaRPr lang="en-US" altLang="zh-CN" dirty="0"/>
          </a:p>
          <a:p>
            <a:pPr lvl="1"/>
            <a:r>
              <a:rPr lang="en-US" altLang="zh-CN" dirty="0"/>
              <a:t>R7 </a:t>
            </a:r>
            <a:r>
              <a:rPr lang="zh-CN" altLang="en-US" dirty="0"/>
              <a:t>的改变：</a:t>
            </a:r>
            <a:r>
              <a:rPr lang="zh-CN" altLang="en-US" b="1" u="sng" dirty="0"/>
              <a:t>可能</a:t>
            </a:r>
            <a:r>
              <a:rPr lang="zh-CN" altLang="en-US" dirty="0"/>
              <a:t>是 </a:t>
            </a:r>
            <a:r>
              <a:rPr lang="en-US" altLang="zh-CN" dirty="0"/>
              <a:t>JSR</a:t>
            </a:r>
            <a:r>
              <a:rPr lang="zh-CN" altLang="en-US" dirty="0"/>
              <a:t>、</a:t>
            </a:r>
            <a:r>
              <a:rPr lang="en-US" altLang="zh-CN" dirty="0"/>
              <a:t>JSRR</a:t>
            </a:r>
          </a:p>
          <a:p>
            <a:pPr lvl="1"/>
            <a:r>
              <a:rPr lang="zh-CN" altLang="en-US" dirty="0"/>
              <a:t>访存的判断：</a:t>
            </a:r>
            <a:r>
              <a:rPr lang="en-US" altLang="zh-CN" dirty="0"/>
              <a:t>MAR </a:t>
            </a:r>
            <a:r>
              <a:rPr lang="zh-CN" altLang="en-US" dirty="0"/>
              <a:t>中通常应该存储 </a:t>
            </a:r>
            <a:r>
              <a:rPr lang="en-US" altLang="zh-CN" dirty="0"/>
              <a:t>PC</a:t>
            </a:r>
            <a:r>
              <a:rPr lang="zh-CN" altLang="en-US" dirty="0"/>
              <a:t>、</a:t>
            </a:r>
            <a:r>
              <a:rPr lang="en-US" altLang="zh-CN" dirty="0"/>
              <a:t>MDR </a:t>
            </a:r>
            <a:r>
              <a:rPr lang="zh-CN" altLang="en-US" dirty="0"/>
              <a:t>中通常应该存储指令，</a:t>
            </a:r>
            <a:r>
              <a:rPr lang="zh-CN" altLang="en-US" b="1" u="sng" dirty="0"/>
              <a:t>如果不满足则考虑访存</a:t>
            </a:r>
          </a:p>
        </p:txBody>
      </p:sp>
    </p:spTree>
    <p:extLst>
      <p:ext uri="{BB962C8B-B14F-4D97-AF65-F5344CB8AC3E}">
        <p14:creationId xmlns:p14="http://schemas.microsoft.com/office/powerpoint/2010/main" val="1535690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02FBBC-506A-E9B4-86DB-7E892903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 </a:t>
            </a:r>
            <a:r>
              <a:rPr lang="zh-CN" altLang="en-US" dirty="0"/>
              <a:t>部分：程序补全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E19351-1280-43DC-7153-E98401358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类似 </a:t>
            </a:r>
            <a:r>
              <a:rPr lang="en-US" altLang="zh-CN" dirty="0"/>
              <a:t>C </a:t>
            </a:r>
            <a:r>
              <a:rPr lang="zh-CN" altLang="en-US" dirty="0"/>
              <a:t>部分，但使用机器码，且没有注释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程序功能通常都明确，而且不会太复杂</a:t>
            </a:r>
            <a:endParaRPr lang="en-US" altLang="zh-CN" dirty="0"/>
          </a:p>
          <a:p>
            <a:r>
              <a:rPr lang="zh-CN" altLang="en-US" dirty="0"/>
              <a:t>理解已知部分的功能 </a:t>
            </a:r>
            <a:r>
              <a:rPr lang="en-US" altLang="zh-CN" dirty="0"/>
              <a:t>/ </a:t>
            </a:r>
            <a:r>
              <a:rPr lang="zh-CN" altLang="en-US" dirty="0"/>
              <a:t>判定目标功能</a:t>
            </a:r>
            <a:endParaRPr lang="en-US" altLang="zh-CN" dirty="0"/>
          </a:p>
          <a:p>
            <a:r>
              <a:rPr lang="zh-CN" altLang="en-US" dirty="0"/>
              <a:t>根据已知指令确定代码大致布局</a:t>
            </a:r>
            <a:endParaRPr lang="en-US" altLang="zh-CN" dirty="0"/>
          </a:p>
          <a:p>
            <a:r>
              <a:rPr lang="zh-CN" altLang="en-US" dirty="0"/>
              <a:t>找出限制条件（已经给定的操作码、操作数等）</a:t>
            </a:r>
            <a:endParaRPr lang="en-US" altLang="zh-CN" dirty="0"/>
          </a:p>
          <a:p>
            <a:r>
              <a:rPr lang="zh-CN" altLang="en-US" dirty="0"/>
              <a:t>补全汇编，翻译到机器码</a:t>
            </a:r>
            <a:endParaRPr lang="en-US" altLang="zh-CN" dirty="0"/>
          </a:p>
          <a:p>
            <a:r>
              <a:rPr lang="zh-CN" altLang="en-US" dirty="0"/>
              <a:t>考虑多种可能算法（算法差异大的情况下很难进行补全）</a:t>
            </a:r>
          </a:p>
        </p:txBody>
      </p:sp>
    </p:spTree>
    <p:extLst>
      <p:ext uri="{BB962C8B-B14F-4D97-AF65-F5344CB8AC3E}">
        <p14:creationId xmlns:p14="http://schemas.microsoft.com/office/powerpoint/2010/main" val="1170895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28D2764-0BA2-4D10-9BA6-9921BD9D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3P</a:t>
            </a:r>
            <a:br>
              <a:rPr lang="en-US" altLang="zh-CN" dirty="0"/>
            </a:br>
            <a:r>
              <a:rPr lang="zh-CN" altLang="en-US" dirty="0"/>
              <a:t>作业讲解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F3686C2-1883-44A9-8FEC-6C095E746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Homework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65220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天体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自定义 1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TM03457452[[fn=天体]]</Template>
  <TotalTime>847</TotalTime>
  <Words>1174</Words>
  <Application>Microsoft Office PowerPoint</Application>
  <PresentationFormat>宽屏</PresentationFormat>
  <Paragraphs>119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Microsoft JhengHei UI</vt:lpstr>
      <vt:lpstr>等线</vt:lpstr>
      <vt:lpstr>Arial</vt:lpstr>
      <vt:lpstr>JetBrains Mono</vt:lpstr>
      <vt:lpstr>天体</vt:lpstr>
      <vt:lpstr>Be Prepared</vt:lpstr>
      <vt:lpstr>1P 概要</vt:lpstr>
      <vt:lpstr>考试信息</vt:lpstr>
      <vt:lpstr>题型分布</vt:lpstr>
      <vt:lpstr>复习方法</vt:lpstr>
      <vt:lpstr>2P 考点考法</vt:lpstr>
      <vt:lpstr>A 部分：整数表示和运算</vt:lpstr>
      <vt:lpstr>A 部分：小数表示和运算</vt:lpstr>
      <vt:lpstr>A 部分：逻辑电路</vt:lpstr>
      <vt:lpstr>A 部分：状态机</vt:lpstr>
      <vt:lpstr>A 部分：存储和寻址</vt:lpstr>
      <vt:lpstr>A 部分：LC-3</vt:lpstr>
      <vt:lpstr>B 部分：逻辑电路</vt:lpstr>
      <vt:lpstr>C 部分：架构和状态推理</vt:lpstr>
      <vt:lpstr>控制流分析</vt:lpstr>
      <vt:lpstr>数据流分析</vt:lpstr>
      <vt:lpstr>行为分析</vt:lpstr>
      <vt:lpstr>D 部分：存储分析</vt:lpstr>
      <vt:lpstr>D 部分：程序补全</vt:lpstr>
      <vt:lpstr>3P 作业讲解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MISEED Course</dc:title>
  <dc:creator>Skjsjhb Gao</dc:creator>
  <cp:lastModifiedBy>Ted Gao</cp:lastModifiedBy>
  <cp:revision>235</cp:revision>
  <dcterms:created xsi:type="dcterms:W3CDTF">2024-09-25T13:41:30Z</dcterms:created>
  <dcterms:modified xsi:type="dcterms:W3CDTF">2024-11-13T09:14:00Z</dcterms:modified>
</cp:coreProperties>
</file>